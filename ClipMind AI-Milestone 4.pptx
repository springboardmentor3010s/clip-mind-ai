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79321e8c3d4e32d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79321e8c3d4e32d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9321e8c3d4e32d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9321e8c3d4e32d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9321e8c3d4e32d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9321e8c3d4e32d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73be795f20b1f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73be795f20b1f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9321e8c3d4e32d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9321e8c3d4e32d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9321e8c3d4e32d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9321e8c3d4e32d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79321e8c3d4e32d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79321e8c3d4e32d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79321e8c3d4e32d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79321e8c3d4e32d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9321e8c3d4e32d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9321e8c3d4e32d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9321e8c3d4e32d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9321e8c3d4e32d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9321e8c3d4e32d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9321e8c3d4e32d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9321e8c3d4e32d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9321e8c3d4e32d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9321e8c3d4e32d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9321e8c3d4e32d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9321e8c3d4e32d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9321e8c3d4e32d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3060" l="0" r="0" t="3070"/>
          <a:stretch/>
        </p:blipFill>
        <p:spPr>
          <a:xfrm>
            <a:off x="0" y="0"/>
            <a:ext cx="9144000" cy="5146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 rot="5400000">
            <a:off x="-180075" y="180150"/>
            <a:ext cx="1875000" cy="1514700"/>
          </a:xfrm>
          <a:prstGeom prst="rtTriangle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38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 rotWithShape="1">
          <a:blip r:embed="rId3">
            <a:alphaModFix/>
          </a:blip>
          <a:srcRect b="-30" l="0" r="0" t="-807"/>
          <a:stretch/>
        </p:blipFill>
        <p:spPr>
          <a:xfrm>
            <a:off x="0" y="0"/>
            <a:ext cx="9144001" cy="5144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 rotWithShape="1">
          <a:blip r:embed="rId3">
            <a:alphaModFix/>
          </a:blip>
          <a:srcRect b="0" l="-644" r="0" t="0"/>
          <a:stretch/>
        </p:blipFill>
        <p:spPr>
          <a:xfrm>
            <a:off x="0" y="0"/>
            <a:ext cx="9144000" cy="5136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1" cy="5134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53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2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 rotWithShape="1">
          <a:blip r:embed="rId3">
            <a:alphaModFix/>
          </a:blip>
          <a:srcRect b="967" l="642" r="553" t="132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 rotWithShape="1">
          <a:blip r:embed="rId3">
            <a:alphaModFix/>
          </a:blip>
          <a:srcRect b="-70" l="0" r="0" t="0"/>
          <a:stretch/>
        </p:blipFill>
        <p:spPr>
          <a:xfrm>
            <a:off x="0" y="0"/>
            <a:ext cx="9144001" cy="5146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 rotWithShape="1">
          <a:blip r:embed="rId3">
            <a:alphaModFix/>
          </a:blip>
          <a:srcRect b="0" l="1721" r="1595" t="247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