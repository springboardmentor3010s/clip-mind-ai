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67138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625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2d5a92a9c7f796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62d5a92a9c7f7966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334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2d5a92a9c7f7966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2d5a92a9c7f7966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043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62d5a92a9c7f7966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62d5a92a9c7f7966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822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8ce69345a5231b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8ce69345a5231b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188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2d5a92a9c7f7966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2d5a92a9c7f7966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40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8ce69345a5231b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8ce69345a5231b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290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2d5a92a9c7f7966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2d5a92a9c7f7966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082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8ce69345a5231b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8ce69345a5231b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451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2d5a92a9c7f7966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62d5a92a9c7f7966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849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8ce69345a5231b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8ce69345a5231b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459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2d5a92a9c7f7966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2d5a92a9c7f7966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877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2d5a92a9c7f7966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2d5a92a9c7f7966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737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Jul 19, 2026, 04_43_28 PM.png"/>
          <p:cNvPicPr preferRelativeResize="0"/>
          <p:nvPr/>
        </p:nvPicPr>
        <p:blipFill rotWithShape="1">
          <a:blip r:embed="rId3">
            <a:alphaModFix/>
          </a:blip>
          <a:srcRect t="30" b="2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-1605"/>
          <a:stretch/>
        </p:blipFill>
        <p:spPr>
          <a:xfrm>
            <a:off x="0" y="0"/>
            <a:ext cx="9144000" cy="53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t="15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t="3140" b="3131"/>
          <a:stretch/>
        </p:blipFill>
        <p:spPr>
          <a:xfrm>
            <a:off x="0" y="0"/>
            <a:ext cx="9144000" cy="513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1200" y="-74550"/>
            <a:ext cx="9561850" cy="531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 title="Transcript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00" y="1485900"/>
            <a:ext cx="6578601" cy="34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 rotWithShape="1">
          <a:blip r:embed="rId3">
            <a:alphaModFix/>
          </a:blip>
          <a:srcRect b="-150"/>
          <a:stretch/>
        </p:blipFill>
        <p:spPr>
          <a:xfrm>
            <a:off x="0" y="0"/>
            <a:ext cx="9144000" cy="5151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4550" y="-62125"/>
            <a:ext cx="9293100" cy="52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9" title="Summary@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3400" y="1485900"/>
            <a:ext cx="5537199" cy="312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9" title="Summary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0600" y="1485900"/>
            <a:ext cx="1531725" cy="312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51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3925" y="-49700"/>
            <a:ext cx="9454600" cy="54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1" title="SummaryMetr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4725" y="1514475"/>
            <a:ext cx="5924550" cy="31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233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3"/>
          <p:cNvPicPr preferRelativeResize="0"/>
          <p:nvPr/>
        </p:nvPicPr>
        <p:blipFill rotWithShape="1">
          <a:blip r:embed="rId3">
            <a:alphaModFix/>
          </a:blip>
          <a:srcRect b="-140"/>
          <a:stretch/>
        </p:blipFill>
        <p:spPr>
          <a:xfrm>
            <a:off x="-111825" y="0"/>
            <a:ext cx="9255825" cy="52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3" title="Hist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3375" y="1460500"/>
            <a:ext cx="5874326" cy="30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4"/>
          <p:cNvPicPr preferRelativeResize="0"/>
          <p:nvPr/>
        </p:nvPicPr>
        <p:blipFill rotWithShape="1">
          <a:blip r:embed="rId3">
            <a:alphaModFix/>
          </a:blip>
          <a:srcRect l="561" t="1997" r="335"/>
          <a:stretch/>
        </p:blipFill>
        <p:spPr>
          <a:xfrm>
            <a:off x="0" y="0"/>
            <a:ext cx="9143999" cy="5145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36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1</cp:revision>
  <dcterms:modified xsi:type="dcterms:W3CDTF">2026-07-19T12:10:29Z</dcterms:modified>
</cp:coreProperties>
</file>