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5B21B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D946E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515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0" y="269748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Summarization &amp; Key Moments Detection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Devanshi Malhotra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8848" y="36576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3657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•  WEEK 5–6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Detection &amp; Analytics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3865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58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highly accurate timestamp extraction and topic-boundary segmentation logic.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009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729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important video segments and surface them as scannable highlight cards.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153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0873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keywords, entities &amp; core topics to power search, filtering and auto-tagging.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1297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46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017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analytics layer surfacing content insights, engagement and usage statistics.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737360"/>
            <a:ext cx="365760" cy="365760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1709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46520" y="23865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2585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key-moments detection and analytics systems shipped to the dashboard.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3009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1729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Content-intelligence and reporting workflows running end to end.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42153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0873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AI-driven media analysis and topic modeling concepts.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51297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0017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video-intelligence pipeline: upload → transcript → insight.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&amp; Analytics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transcript becomes highlight cards, tags and dashboard insight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8884" y="1737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324" y="19019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0324" y="2423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AI-identified,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text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34844" y="2148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90876" y="1737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E26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2316" y="19019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Segmentation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82316" y="2423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boundaries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sub-topics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56836" y="2148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2868" y="1737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4308" y="19019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Generation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04308" y="2423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points per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8828" y="2148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34860" y="1737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E26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6300" y="19019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26300" y="2423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tagged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00820" y="2148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56852" y="1737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F18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8292" y="19019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48292" y="24231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reports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dashboards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Live Stack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233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148840" y="40233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Topic-boundary detection over AI transcripts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7091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091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148840" y="4709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jump points per key moment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3949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3949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148840" y="53949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Auto-extracted keywords &amp; named entities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60807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60807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148840" y="60807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 + YouTube link import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352044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18122B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 Layer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583680" y="4206240"/>
            <a:ext cx="2331720" cy="502920"/>
          </a:xfrm>
          <a:prstGeom prst="roundRect">
            <a:avLst>
              <a:gd name="adj" fmla="val 12727"/>
            </a:avLst>
          </a:prstGeom>
          <a:solidFill>
            <a:srgbClr val="1F1836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4206240"/>
            <a:ext cx="2331720" cy="502920"/>
          </a:xfrm>
          <a:prstGeom prst="roundRect">
            <a:avLst>
              <a:gd name="adj" fmla="val 12727"/>
            </a:avLst>
          </a:prstGeom>
          <a:solidFill>
            <a:srgbClr val="1F1836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Quality Metrics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0" y="4864608"/>
            <a:ext cx="2331720" cy="502920"/>
          </a:xfrm>
          <a:prstGeom prst="roundRect">
            <a:avLst>
              <a:gd name="adj" fmla="val 12727"/>
            </a:avLst>
          </a:prstGeom>
          <a:solidFill>
            <a:srgbClr val="1F1836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48646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Engagement Insights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98280" y="4864608"/>
            <a:ext cx="2331720" cy="502920"/>
          </a:xfrm>
          <a:prstGeom prst="roundRect">
            <a:avLst>
              <a:gd name="adj" fmla="val 12727"/>
            </a:avLst>
          </a:prstGeom>
          <a:solidFill>
            <a:srgbClr val="1F1836"/>
          </a:solidFill>
          <a:ln/>
        </p:spPr>
      </p:sp>
      <p:sp>
        <p:nvSpPr>
          <p:cNvPr id="45" name="Text 43"/>
          <p:cNvSpPr/>
          <p:nvPr/>
        </p:nvSpPr>
        <p:spPr>
          <a:xfrm>
            <a:off x="9235440" y="486460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Topics &amp; Keywords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5522976"/>
            <a:ext cx="2331720" cy="502920"/>
          </a:xfrm>
          <a:prstGeom prst="roundRect">
            <a:avLst>
              <a:gd name="adj" fmla="val 12727"/>
            </a:avLst>
          </a:prstGeom>
          <a:solidFill>
            <a:srgbClr val="1F1836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55229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Tracking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98280" y="5522976"/>
            <a:ext cx="2331720" cy="502920"/>
          </a:xfrm>
          <a:prstGeom prst="roundRect">
            <a:avLst>
              <a:gd name="adj" fmla="val 12727"/>
            </a:avLst>
          </a:prstGeom>
          <a:solidFill>
            <a:srgbClr val="1F1836"/>
          </a:solidFill>
          <a:ln/>
        </p:spPr>
      </p:sp>
      <p:sp>
        <p:nvSpPr>
          <p:cNvPr id="49" name="Text 47"/>
          <p:cNvSpPr/>
          <p:nvPr/>
        </p:nvSpPr>
        <p:spPr>
          <a:xfrm>
            <a:off x="9235440" y="55229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Key Moments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segments become scannable, timestamped highlight cards</a:t>
            </a:r>
            <a:endParaRPr lang="en-US" sz="1300" dirty="0"/>
          </a:p>
        </p:txBody>
      </p:sp>
      <p:pic>
        <p:nvPicPr>
          <p:cNvPr id="4" name="Image 0" descr="WhatsApp Image 2026-08-10 at 19.31.3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4922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5448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generation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7739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moment gets a precise jump-to timecode (00:00, 04:01, 06:03…).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identification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2825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Topic-boundary detection groups the transcript into distinct moments.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365760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3602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detailed summary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38770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narrative summary is generated alongside the moment cards, with copy/download.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Content Types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a 40-minute Stanford lecture, not just short clips</a:t>
            </a:r>
            <a:endParaRPr lang="en-US" sz="1300" dirty="0"/>
          </a:p>
        </p:txBody>
      </p:sp>
      <p:pic>
        <p:nvPicPr>
          <p:cNvPr id="4" name="Image 0" descr="WhatsApp Image 2026-08-10 at 17.36.2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4922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5448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Per-moment descriptions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7739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moment ships with a one-line summary, not just a bare timestamp.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ready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2825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span a 40-minute lecture (00:00 → 40:00) cleanly.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365760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3602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across domains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38770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equally well on CS lecture, OS revision and ML content.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Synced to Playback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transcript segment tracks the video timestamp in real time</a:t>
            </a:r>
            <a:endParaRPr lang="en-US" sz="1300" dirty="0"/>
          </a:p>
        </p:txBody>
      </p:sp>
      <p:pic>
        <p:nvPicPr>
          <p:cNvPr id="4" name="Image 0" descr="WhatsApp Image 2026-08-10 at 19.31.2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4922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5448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segment highlight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7739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line matching the current playhead is auto-highlighted.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Identified transcript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2825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are attributed and timestamped by the AI pipeline.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365760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3602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Click-to-seek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38770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transcript line can jump the player to that exact moment.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Keyword &amp; Topic Extraction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 is auto-tagged with entities and core topics</a:t>
            </a:r>
            <a:endParaRPr lang="en-US" sz="1300" dirty="0"/>
          </a:p>
        </p:txBody>
      </p:sp>
      <p:pic>
        <p:nvPicPr>
          <p:cNvPr id="4" name="Image 0" descr="WhatsApp Image 2026-08-10 at 17.36.0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4922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5448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7739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orgs &amp; concepts — Andrew Ng, Stanford University, CSU29 — pulled straight from the transcript.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tagging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2825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subjects like Machine Learning, Linear Algebra and Probability surfaced as chips.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365760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3602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search &amp; filtering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38770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feed the dashboard search bar and the Topics Library.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Content Ingestion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 link now feeds the same key-moments &amp; analytics pipeline</a:t>
            </a:r>
            <a:endParaRPr lang="en-US" sz="1300" dirty="0"/>
          </a:p>
        </p:txBody>
      </p:sp>
      <p:pic>
        <p:nvPicPr>
          <p:cNvPr id="4" name="Image 0" descr="WhatsApp Image 2026-08-10 at 17.33.4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49224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55448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499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Paste-a-link import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7739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drop a YouTube URL and the platform auto-downloads and queues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pipeline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2825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videos flow through transcript, key moments and tagging identically to uploads.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0" y="365760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3602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for analytics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38770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ingestion means richer usage and content-insight reporting.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Checklist &amp; Achievements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64592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extraction 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02996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key-moment jump points from transcript segments.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64592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detection live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02996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breakdown with per-moment summaries on the dashboard.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3608" y="164592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93608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topic extraction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202996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Auto-tagged content validated across ML, CS and OS lecture examples.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310896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07238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transcript highlighting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349300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segment tracks playback position in real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2926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310896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07238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import pipeline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349300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Paste-a-link ingestion feeding the same analytics pipeline.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2440" y="2926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F1836"/>
          </a:solidFill>
          <a:ln w="12700">
            <a:solidFill>
              <a:srgbClr val="2E26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3608" y="3108960"/>
            <a:ext cx="310896" cy="31089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93608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307238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detailed summaries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93608" y="3493008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Per-video long-form summary shipped with copy/download.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5B21B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D946E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•  WEEK 7–8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9397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transcript &amp; summary quality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682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AI outputs for transcript accuracy and summary relevance.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626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369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video processing pipelines and dashboard responsiveness.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83133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0565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 and ship to AWS / Azure.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329184" cy="32918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70001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docs &amp; live demo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9743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professional documentation and the end-to-end platform demonstration.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ClipMind AI  •  Milestone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2026-08-10T14:46:27Z</dcterms:created>
  <dcterms:modified xsi:type="dcterms:W3CDTF">2026-08-10T14:46:27Z</dcterms:modified>
</cp:coreProperties>
</file>