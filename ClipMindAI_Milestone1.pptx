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71" r:id="rId6"/>
    <p:sldId id="260" r:id="rId7"/>
    <p:sldId id="261" r:id="rId8"/>
    <p:sldId id="262" r:id="rId9"/>
    <p:sldId id="272" r:id="rId10"/>
    <p:sldId id="269" r:id="rId11"/>
    <p:sldId id="263" r:id="rId12"/>
    <p:sldId id="264" r:id="rId13"/>
    <p:sldId id="270" r:id="rId14"/>
    <p:sldId id="265" r:id="rId15"/>
    <p:sldId id="266" r:id="rId16"/>
    <p:sldId id="267" r:id="rId17"/>
    <p:sldId id="268" r:id="rId18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714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84D92"/>
          </a:solidFill>
          <a:ln>
            <a:solidFill>
              <a:srgbClr val="184D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ClipMindAI - Milestone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91220" y="1280160"/>
            <a:ext cx="10206513" cy="15696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/>
            </a:pPr>
            <a:r>
              <a:rPr sz="3200" dirty="0"/>
              <a:t>AI Video Summarization &amp; Key Moments Detection Platform</a:t>
            </a:r>
          </a:p>
          <a:p>
            <a:pPr algn="ctr">
              <a:defRPr sz="2800"/>
            </a:pPr>
            <a:r>
              <a:rPr sz="3200" dirty="0"/>
              <a:t>Week 1 &amp; 2 Progress Review</a:t>
            </a:r>
          </a:p>
          <a:p>
            <a:pPr algn="ctr">
              <a:defRPr sz="2800"/>
            </a:pPr>
            <a:r>
              <a:rPr sz="3200" dirty="0"/>
              <a:t>Infosys Internship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8417" y="3099143"/>
            <a:ext cx="5452117" cy="167757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84D92"/>
          </a:solidFill>
          <a:ln>
            <a:solidFill>
              <a:srgbClr val="184D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23969" y="1237956"/>
            <a:ext cx="10341014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Clr>
                <a:schemeClr val="tx2"/>
              </a:buClr>
              <a:buFont typeface="Wingdings" panose="05000000000000000000" pitchFamily="2" charset="2"/>
              <a:buChar char="Ø"/>
              <a:defRPr sz="2000"/>
            </a:pPr>
            <a:r>
              <a:rPr lang="en-IN" sz="2800" dirty="0"/>
              <a:t>Develop an AI-powered video summarization platform that automatically generates transcripts, summaries, and key moments from uploaded videos.</a:t>
            </a:r>
          </a:p>
          <a:p>
            <a:pPr marL="342900" indent="-342900" algn="just">
              <a:buClr>
                <a:schemeClr val="tx2"/>
              </a:buClr>
              <a:buFont typeface="Wingdings" panose="05000000000000000000" pitchFamily="2" charset="2"/>
              <a:buChar char="Ø"/>
              <a:defRPr sz="2000"/>
            </a:pPr>
            <a:r>
              <a:rPr lang="en-IN" sz="2800" dirty="0"/>
              <a:t>Provide a secure, user-friendly system for managing video analysis.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84D92"/>
          </a:solidFill>
          <a:ln>
            <a:solidFill>
              <a:srgbClr val="184D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Requirements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6552290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Clr>
                <a:schemeClr val="tx2"/>
              </a:buClr>
              <a:buFont typeface="Wingdings" panose="05000000000000000000" pitchFamily="2" charset="2"/>
              <a:buChar char="Ø"/>
              <a:defRPr sz="2200"/>
            </a:pPr>
            <a:r>
              <a:rPr sz="2800" dirty="0"/>
              <a:t>Project objectives &amp; workflow</a:t>
            </a:r>
          </a:p>
          <a:p>
            <a:pPr marL="342900" indent="-342900">
              <a:buClr>
                <a:schemeClr val="tx2"/>
              </a:buClr>
              <a:buFont typeface="Wingdings" panose="05000000000000000000" pitchFamily="2" charset="2"/>
              <a:buChar char="Ø"/>
              <a:defRPr sz="2200"/>
            </a:pPr>
            <a:r>
              <a:rPr sz="2800" dirty="0"/>
              <a:t>Architecture &amp; database schema</a:t>
            </a:r>
          </a:p>
          <a:p>
            <a:pPr marL="342900" indent="-342900">
              <a:buClr>
                <a:schemeClr val="tx2"/>
              </a:buClr>
              <a:buFont typeface="Wingdings" panose="05000000000000000000" pitchFamily="2" charset="2"/>
              <a:buChar char="Ø"/>
              <a:defRPr sz="2200"/>
            </a:pPr>
            <a:r>
              <a:rPr sz="2800" dirty="0"/>
              <a:t>UI wireframes</a:t>
            </a:r>
          </a:p>
          <a:p>
            <a:pPr marL="342900" indent="-342900">
              <a:buClr>
                <a:schemeClr val="tx2"/>
              </a:buClr>
              <a:buFont typeface="Wingdings" panose="05000000000000000000" pitchFamily="2" charset="2"/>
              <a:buChar char="Ø"/>
              <a:defRPr sz="2200"/>
            </a:pPr>
            <a:r>
              <a:rPr sz="2800" dirty="0"/>
              <a:t>Frontend &amp; backend setup</a:t>
            </a:r>
          </a:p>
          <a:p>
            <a:pPr marL="342900" indent="-342900">
              <a:buClr>
                <a:schemeClr val="tx2"/>
              </a:buClr>
              <a:buFont typeface="Wingdings" panose="05000000000000000000" pitchFamily="2" charset="2"/>
              <a:buChar char="Ø"/>
              <a:defRPr sz="2200"/>
            </a:pPr>
            <a:r>
              <a:rPr sz="2800" dirty="0"/>
              <a:t>Authentication &amp; roles</a:t>
            </a:r>
          </a:p>
          <a:p>
            <a:pPr marL="342900" indent="-342900">
              <a:buClr>
                <a:schemeClr val="tx2"/>
              </a:buClr>
              <a:buFont typeface="Wingdings" panose="05000000000000000000" pitchFamily="2" charset="2"/>
              <a:buChar char="Ø"/>
              <a:defRPr sz="2200"/>
            </a:pPr>
            <a:r>
              <a:rPr sz="2800" dirty="0"/>
              <a:t>Video upload</a:t>
            </a:r>
          </a:p>
          <a:p>
            <a:pPr marL="342900" indent="-342900">
              <a:buClr>
                <a:schemeClr val="tx2"/>
              </a:buClr>
              <a:buFont typeface="Wingdings" panose="05000000000000000000" pitchFamily="2" charset="2"/>
              <a:buChar char="Ø"/>
              <a:defRPr sz="2200"/>
            </a:pPr>
            <a:r>
              <a:rPr sz="2800" dirty="0" err="1"/>
              <a:t>FFmpeg</a:t>
            </a:r>
            <a:r>
              <a:rPr sz="2800" dirty="0"/>
              <a:t> integration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84D92"/>
          </a:solidFill>
          <a:ln>
            <a:solidFill>
              <a:srgbClr val="184D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System Architecture</a:t>
            </a:r>
          </a:p>
        </p:txBody>
      </p:sp>
      <p:pic>
        <p:nvPicPr>
          <p:cNvPr id="5" name="Picture 4"/>
          <p:cNvPicPr/>
          <p:nvPr/>
        </p:nvPicPr>
        <p:blipFill rotWithShape="1">
          <a:blip r:embed="rId2"/>
          <a:srcRect b="7587"/>
          <a:stretch/>
        </p:blipFill>
        <p:spPr bwMode="auto">
          <a:xfrm>
            <a:off x="640081" y="1460310"/>
            <a:ext cx="10864982" cy="4757609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84D92"/>
          </a:solidFill>
          <a:ln>
            <a:solidFill>
              <a:srgbClr val="184D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rPr lang="en-US" dirty="0" smtClean="0"/>
              <a:t>Backend Server</a:t>
            </a:r>
            <a:endParaRPr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478" y="841485"/>
            <a:ext cx="11696131" cy="5780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91943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84D92"/>
          </a:solidFill>
          <a:ln>
            <a:solidFill>
              <a:srgbClr val="184D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rPr lang="en-US" dirty="0" smtClean="0"/>
              <a:t>UI </a:t>
            </a:r>
            <a:r>
              <a:rPr dirty="0" smtClean="0"/>
              <a:t>Wireframes</a:t>
            </a:r>
            <a:endParaRPr dirty="0"/>
          </a:p>
        </p:txBody>
      </p:sp>
      <p:pic>
        <p:nvPicPr>
          <p:cNvPr id="4" name="Picture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558" y="928048"/>
            <a:ext cx="11122925" cy="567746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84D92"/>
          </a:solidFill>
          <a:ln>
            <a:solidFill>
              <a:srgbClr val="184D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Login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714" y="1009933"/>
            <a:ext cx="11338976" cy="534992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84D92"/>
          </a:solidFill>
          <a:ln>
            <a:solidFill>
              <a:srgbClr val="184D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Register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097" y="847213"/>
            <a:ext cx="11694757" cy="549899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84D92"/>
          </a:solidFill>
          <a:ln>
            <a:solidFill>
              <a:srgbClr val="184D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rPr lang="en-US" dirty="0" smtClean="0"/>
              <a:t>Backend </a:t>
            </a:r>
            <a:r>
              <a:rPr lang="en-IN" sz="2800" dirty="0"/>
              <a:t>Authentication</a:t>
            </a:r>
            <a:endParaRPr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307" y="955343"/>
            <a:ext cx="11559654" cy="5736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40290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84D92"/>
          </a:solidFill>
          <a:ln>
            <a:solidFill>
              <a:srgbClr val="184D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rPr lang="en-US" dirty="0" err="1" smtClean="0"/>
              <a:t>PostgreSQL</a:t>
            </a:r>
            <a:r>
              <a:rPr lang="en-US" dirty="0" smtClean="0"/>
              <a:t> Users Table</a:t>
            </a:r>
            <a:endParaRPr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603" y="888023"/>
            <a:ext cx="11723427" cy="5662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72511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84D92"/>
          </a:solidFill>
          <a:ln>
            <a:solidFill>
              <a:srgbClr val="184D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Dashboard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156" y="1050878"/>
            <a:ext cx="11236640" cy="536357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84D92"/>
          </a:solidFill>
          <a:ln>
            <a:solidFill>
              <a:srgbClr val="184D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rPr dirty="0"/>
              <a:t>Upload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899" y="1050877"/>
            <a:ext cx="11553653" cy="543181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84D92"/>
          </a:solidFill>
          <a:ln>
            <a:solidFill>
              <a:srgbClr val="184D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rPr lang="en-US" dirty="0" err="1" smtClean="0"/>
              <a:t>PostgreSQL</a:t>
            </a:r>
            <a:r>
              <a:rPr lang="en-US" dirty="0" smtClean="0"/>
              <a:t> Videos Table</a:t>
            </a:r>
            <a:endParaRPr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359" y="873456"/>
            <a:ext cx="11806671" cy="5527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52681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84D92"/>
          </a:solidFill>
          <a:ln>
            <a:solidFill>
              <a:srgbClr val="184D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History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868" y="996287"/>
            <a:ext cx="11623216" cy="536357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84D92"/>
          </a:solidFill>
          <a:ln>
            <a:solidFill>
              <a:srgbClr val="184D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Analytics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863" y="955342"/>
            <a:ext cx="11682495" cy="558193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84D92"/>
          </a:solidFill>
          <a:ln>
            <a:solidFill>
              <a:srgbClr val="184D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Profile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353" y="845365"/>
            <a:ext cx="11614245" cy="57055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84D92"/>
          </a:solidFill>
          <a:ln>
            <a:solidFill>
              <a:srgbClr val="184D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Milestone 1 Outcomes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8826840" cy="181588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342900" indent="-342900">
              <a:buClr>
                <a:schemeClr val="tx2"/>
              </a:buClr>
              <a:buFont typeface="Wingdings" panose="05000000000000000000" pitchFamily="2" charset="2"/>
              <a:buChar char="Ø"/>
              <a:defRPr sz="2200"/>
            </a:pPr>
            <a:r>
              <a:rPr sz="2800" dirty="0"/>
              <a:t>Understood AI-powered video processing workflows.</a:t>
            </a:r>
          </a:p>
          <a:p>
            <a:pPr marL="342900" indent="-342900">
              <a:buClr>
                <a:schemeClr val="tx2"/>
              </a:buClr>
              <a:buFont typeface="Wingdings" panose="05000000000000000000" pitchFamily="2" charset="2"/>
              <a:buChar char="Ø"/>
              <a:defRPr sz="2200"/>
            </a:pPr>
            <a:r>
              <a:rPr sz="2800" dirty="0"/>
              <a:t>Designed system architecture &amp; database.</a:t>
            </a:r>
          </a:p>
          <a:p>
            <a:pPr marL="342900" indent="-342900">
              <a:buClr>
                <a:schemeClr val="tx2"/>
              </a:buClr>
              <a:buFont typeface="Wingdings" panose="05000000000000000000" pitchFamily="2" charset="2"/>
              <a:buChar char="Ø"/>
              <a:defRPr sz="2200"/>
            </a:pPr>
            <a:r>
              <a:rPr sz="2800" dirty="0"/>
              <a:t>Initialized React + </a:t>
            </a:r>
            <a:r>
              <a:rPr sz="2800" dirty="0" err="1"/>
              <a:t>FastAPI</a:t>
            </a:r>
            <a:r>
              <a:rPr sz="2800" dirty="0"/>
              <a:t> project.</a:t>
            </a:r>
          </a:p>
          <a:p>
            <a:pPr marL="342900" indent="-342900">
              <a:buClr>
                <a:schemeClr val="tx2"/>
              </a:buClr>
              <a:buFont typeface="Wingdings" panose="05000000000000000000" pitchFamily="2" charset="2"/>
              <a:buChar char="Ø"/>
              <a:defRPr sz="2200"/>
            </a:pPr>
            <a:r>
              <a:rPr sz="2800" dirty="0"/>
              <a:t>Implemented authentication and video upload workflow.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99</TotalTime>
  <Words>124</Words>
  <Application>Microsoft Office PowerPoint</Application>
  <PresentationFormat>Custom</PresentationFormat>
  <Paragraphs>33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Microsoft account</cp:lastModifiedBy>
  <cp:revision>10</cp:revision>
  <dcterms:created xsi:type="dcterms:W3CDTF">2013-01-27T09:14:16Z</dcterms:created>
  <dcterms:modified xsi:type="dcterms:W3CDTF">2026-07-09T15:08:57Z</dcterms:modified>
  <cp:category/>
</cp:coreProperties>
</file>