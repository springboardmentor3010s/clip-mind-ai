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6" r:id="rId5"/>
    <p:sldId id="271" r:id="rId6"/>
    <p:sldId id="272" r:id="rId7"/>
    <p:sldId id="277" r:id="rId8"/>
    <p:sldId id="273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93F541-F855-4600-9BDC-41B3F1723657}" v="1" dt="2026-07-10T11:40:56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athra Rathinavel" userId="5e6d8fcd4ed135eb" providerId="LiveId" clId="{19483A9D-48E2-4358-BBEF-44572C12CA5E}"/>
    <pc:docChg chg="custSel addSld delSld modSld sldOrd">
      <pc:chgData name="Subathra Rathinavel" userId="5e6d8fcd4ed135eb" providerId="LiveId" clId="{19483A9D-48E2-4358-BBEF-44572C12CA5E}" dt="2026-07-10T14:09:42.922" v="251" actId="2696"/>
      <pc:docMkLst>
        <pc:docMk/>
      </pc:docMkLst>
      <pc:sldChg chg="modSp mod">
        <pc:chgData name="Subathra Rathinavel" userId="5e6d8fcd4ed135eb" providerId="LiveId" clId="{19483A9D-48E2-4358-BBEF-44572C12CA5E}" dt="2026-07-10T08:04:32.609" v="2" actId="1076"/>
        <pc:sldMkLst>
          <pc:docMk/>
          <pc:sldMk cId="2104653561" sldId="257"/>
        </pc:sldMkLst>
        <pc:spChg chg="mod">
          <ac:chgData name="Subathra Rathinavel" userId="5e6d8fcd4ed135eb" providerId="LiveId" clId="{19483A9D-48E2-4358-BBEF-44572C12CA5E}" dt="2026-07-10T08:04:32.609" v="2" actId="1076"/>
          <ac:spMkLst>
            <pc:docMk/>
            <pc:sldMk cId="2104653561" sldId="257"/>
            <ac:spMk id="12" creationId="{7E2358F3-2A33-B7EB-0A5D-F1F692EE691B}"/>
          </ac:spMkLst>
        </pc:spChg>
        <pc:spChg chg="mod">
          <ac:chgData name="Subathra Rathinavel" userId="5e6d8fcd4ed135eb" providerId="LiveId" clId="{19483A9D-48E2-4358-BBEF-44572C12CA5E}" dt="2026-07-10T08:04:26.608" v="1" actId="1076"/>
          <ac:spMkLst>
            <pc:docMk/>
            <pc:sldMk cId="2104653561" sldId="257"/>
            <ac:spMk id="13" creationId="{60288532-E1F0-3909-F79D-43BA7E1E49E7}"/>
          </ac:spMkLst>
        </pc:spChg>
      </pc:sldChg>
      <pc:sldChg chg="addSp modSp mod">
        <pc:chgData name="Subathra Rathinavel" userId="5e6d8fcd4ed135eb" providerId="LiveId" clId="{19483A9D-48E2-4358-BBEF-44572C12CA5E}" dt="2026-07-10T11:41:29.390" v="28" actId="20577"/>
        <pc:sldMkLst>
          <pc:docMk/>
          <pc:sldMk cId="2942937199" sldId="258"/>
        </pc:sldMkLst>
        <pc:spChg chg="add mod">
          <ac:chgData name="Subathra Rathinavel" userId="5e6d8fcd4ed135eb" providerId="LiveId" clId="{19483A9D-48E2-4358-BBEF-44572C12CA5E}" dt="2026-07-10T11:41:29.390" v="28" actId="20577"/>
          <ac:spMkLst>
            <pc:docMk/>
            <pc:sldMk cId="2942937199" sldId="258"/>
            <ac:spMk id="3" creationId="{21A93B53-BBA4-0E71-CBFD-D823BB12A51B}"/>
          </ac:spMkLst>
        </pc:spChg>
      </pc:sldChg>
      <pc:sldChg chg="addSp modSp new mod ord">
        <pc:chgData name="Subathra Rathinavel" userId="5e6d8fcd4ed135eb" providerId="LiveId" clId="{19483A9D-48E2-4358-BBEF-44572C12CA5E}" dt="2026-07-10T13:51:14.800" v="47"/>
        <pc:sldMkLst>
          <pc:docMk/>
          <pc:sldMk cId="400144047" sldId="259"/>
        </pc:sldMkLst>
        <pc:picChg chg="add mod">
          <ac:chgData name="Subathra Rathinavel" userId="5e6d8fcd4ed135eb" providerId="LiveId" clId="{19483A9D-48E2-4358-BBEF-44572C12CA5E}" dt="2026-07-10T12:47:44.656" v="32" actId="14100"/>
          <ac:picMkLst>
            <pc:docMk/>
            <pc:sldMk cId="400144047" sldId="259"/>
            <ac:picMk id="3" creationId="{24763253-364C-51C0-1061-196F761D520E}"/>
          </ac:picMkLst>
        </pc:picChg>
        <pc:picChg chg="add mod">
          <ac:chgData name="Subathra Rathinavel" userId="5e6d8fcd4ed135eb" providerId="LiveId" clId="{19483A9D-48E2-4358-BBEF-44572C12CA5E}" dt="2026-07-10T12:48:09.748" v="35" actId="14100"/>
          <ac:picMkLst>
            <pc:docMk/>
            <pc:sldMk cId="400144047" sldId="259"/>
            <ac:picMk id="5" creationId="{68151727-814E-2616-2E0A-3AA32EF37B43}"/>
          </ac:picMkLst>
        </pc:picChg>
      </pc:sldChg>
      <pc:sldChg chg="addSp modSp new mod">
        <pc:chgData name="Subathra Rathinavel" userId="5e6d8fcd4ed135eb" providerId="LiveId" clId="{19483A9D-48E2-4358-BBEF-44572C12CA5E}" dt="2026-07-10T12:48:35.758" v="38"/>
        <pc:sldMkLst>
          <pc:docMk/>
          <pc:sldMk cId="3273546833" sldId="260"/>
        </pc:sldMkLst>
        <pc:picChg chg="add mod">
          <ac:chgData name="Subathra Rathinavel" userId="5e6d8fcd4ed135eb" providerId="LiveId" clId="{19483A9D-48E2-4358-BBEF-44572C12CA5E}" dt="2026-07-10T12:48:35.758" v="38"/>
          <ac:picMkLst>
            <pc:docMk/>
            <pc:sldMk cId="3273546833" sldId="260"/>
            <ac:picMk id="3" creationId="{6D75D30F-FD74-8175-3A16-636045853803}"/>
          </ac:picMkLst>
        </pc:picChg>
      </pc:sldChg>
      <pc:sldChg chg="addSp new mod">
        <pc:chgData name="Subathra Rathinavel" userId="5e6d8fcd4ed135eb" providerId="LiveId" clId="{19483A9D-48E2-4358-BBEF-44572C12CA5E}" dt="2026-07-10T13:32:46.634" v="40" actId="22"/>
        <pc:sldMkLst>
          <pc:docMk/>
          <pc:sldMk cId="1644085363" sldId="261"/>
        </pc:sldMkLst>
        <pc:picChg chg="add">
          <ac:chgData name="Subathra Rathinavel" userId="5e6d8fcd4ed135eb" providerId="LiveId" clId="{19483A9D-48E2-4358-BBEF-44572C12CA5E}" dt="2026-07-10T13:32:46.634" v="40" actId="22"/>
          <ac:picMkLst>
            <pc:docMk/>
            <pc:sldMk cId="1644085363" sldId="261"/>
            <ac:picMk id="3" creationId="{BD67188D-8ECF-E7FF-BE63-84E7435509ED}"/>
          </ac:picMkLst>
        </pc:picChg>
      </pc:sldChg>
      <pc:sldChg chg="addSp modSp new mod">
        <pc:chgData name="Subathra Rathinavel" userId="5e6d8fcd4ed135eb" providerId="LiveId" clId="{19483A9D-48E2-4358-BBEF-44572C12CA5E}" dt="2026-07-10T13:38:24.586" v="43"/>
        <pc:sldMkLst>
          <pc:docMk/>
          <pc:sldMk cId="514455671" sldId="262"/>
        </pc:sldMkLst>
        <pc:picChg chg="add mod">
          <ac:chgData name="Subathra Rathinavel" userId="5e6d8fcd4ed135eb" providerId="LiveId" clId="{19483A9D-48E2-4358-BBEF-44572C12CA5E}" dt="2026-07-10T13:38:24.586" v="43"/>
          <ac:picMkLst>
            <pc:docMk/>
            <pc:sldMk cId="514455671" sldId="262"/>
            <ac:picMk id="3" creationId="{7127B51B-0016-6807-3E72-070F102B56A5}"/>
          </ac:picMkLst>
        </pc:picChg>
      </pc:sldChg>
      <pc:sldChg chg="addSp new del mod">
        <pc:chgData name="Subathra Rathinavel" userId="5e6d8fcd4ed135eb" providerId="LiveId" clId="{19483A9D-48E2-4358-BBEF-44572C12CA5E}" dt="2026-07-10T13:54:00.929" v="53" actId="2696"/>
        <pc:sldMkLst>
          <pc:docMk/>
          <pc:sldMk cId="711383655" sldId="263"/>
        </pc:sldMkLst>
        <pc:picChg chg="add">
          <ac:chgData name="Subathra Rathinavel" userId="5e6d8fcd4ed135eb" providerId="LiveId" clId="{19483A9D-48E2-4358-BBEF-44572C12CA5E}" dt="2026-07-10T13:51:03.464" v="45" actId="22"/>
          <ac:picMkLst>
            <pc:docMk/>
            <pc:sldMk cId="711383655" sldId="263"/>
            <ac:picMk id="3" creationId="{D7A3ADF3-9402-D39D-334C-2780B333CCC8}"/>
          </ac:picMkLst>
        </pc:picChg>
      </pc:sldChg>
      <pc:sldChg chg="addSp new mod">
        <pc:chgData name="Subathra Rathinavel" userId="5e6d8fcd4ed135eb" providerId="LiveId" clId="{19483A9D-48E2-4358-BBEF-44572C12CA5E}" dt="2026-07-10T13:51:39.270" v="49" actId="22"/>
        <pc:sldMkLst>
          <pc:docMk/>
          <pc:sldMk cId="1998803116" sldId="264"/>
        </pc:sldMkLst>
        <pc:picChg chg="add">
          <ac:chgData name="Subathra Rathinavel" userId="5e6d8fcd4ed135eb" providerId="LiveId" clId="{19483A9D-48E2-4358-BBEF-44572C12CA5E}" dt="2026-07-10T13:51:39.270" v="49" actId="22"/>
          <ac:picMkLst>
            <pc:docMk/>
            <pc:sldMk cId="1998803116" sldId="264"/>
            <ac:picMk id="3" creationId="{8DB7F9FC-58A8-36BA-6B6A-06EBF9A02044}"/>
          </ac:picMkLst>
        </pc:picChg>
      </pc:sldChg>
      <pc:sldChg chg="addSp new del mod">
        <pc:chgData name="Subathra Rathinavel" userId="5e6d8fcd4ed135eb" providerId="LiveId" clId="{19483A9D-48E2-4358-BBEF-44572C12CA5E}" dt="2026-07-10T13:53:53.675" v="52" actId="2696"/>
        <pc:sldMkLst>
          <pc:docMk/>
          <pc:sldMk cId="1182834787" sldId="265"/>
        </pc:sldMkLst>
        <pc:picChg chg="add">
          <ac:chgData name="Subathra Rathinavel" userId="5e6d8fcd4ed135eb" providerId="LiveId" clId="{19483A9D-48E2-4358-BBEF-44572C12CA5E}" dt="2026-07-10T13:53:37.190" v="51" actId="22"/>
          <ac:picMkLst>
            <pc:docMk/>
            <pc:sldMk cId="1182834787" sldId="265"/>
            <ac:picMk id="3" creationId="{4EA09DBD-768A-54F4-EA3A-1BC2B1F0B454}"/>
          </ac:picMkLst>
        </pc:picChg>
      </pc:sldChg>
      <pc:sldChg chg="addSp new mod">
        <pc:chgData name="Subathra Rathinavel" userId="5e6d8fcd4ed135eb" providerId="LiveId" clId="{19483A9D-48E2-4358-BBEF-44572C12CA5E}" dt="2026-07-10T13:54:45.166" v="55" actId="22"/>
        <pc:sldMkLst>
          <pc:docMk/>
          <pc:sldMk cId="2339503672" sldId="265"/>
        </pc:sldMkLst>
        <pc:picChg chg="add">
          <ac:chgData name="Subathra Rathinavel" userId="5e6d8fcd4ed135eb" providerId="LiveId" clId="{19483A9D-48E2-4358-BBEF-44572C12CA5E}" dt="2026-07-10T13:54:45.166" v="55" actId="22"/>
          <ac:picMkLst>
            <pc:docMk/>
            <pc:sldMk cId="2339503672" sldId="265"/>
            <ac:picMk id="3" creationId="{49A4D7BB-EB14-0640-845E-5ECF2C4C4A88}"/>
          </ac:picMkLst>
        </pc:picChg>
      </pc:sldChg>
      <pc:sldChg chg="addSp modSp new mod">
        <pc:chgData name="Subathra Rathinavel" userId="5e6d8fcd4ed135eb" providerId="LiveId" clId="{19483A9D-48E2-4358-BBEF-44572C12CA5E}" dt="2026-07-10T13:58:48.836" v="70" actId="14100"/>
        <pc:sldMkLst>
          <pc:docMk/>
          <pc:sldMk cId="3716698733" sldId="266"/>
        </pc:sldMkLst>
        <pc:picChg chg="add mod">
          <ac:chgData name="Subathra Rathinavel" userId="5e6d8fcd4ed135eb" providerId="LiveId" clId="{19483A9D-48E2-4358-BBEF-44572C12CA5E}" dt="2026-07-10T13:58:44.944" v="69" actId="14100"/>
          <ac:picMkLst>
            <pc:docMk/>
            <pc:sldMk cId="3716698733" sldId="266"/>
            <ac:picMk id="3" creationId="{6D378C62-67E7-5560-22C0-1AD7E6D2156D}"/>
          </ac:picMkLst>
        </pc:picChg>
        <pc:picChg chg="add mod">
          <ac:chgData name="Subathra Rathinavel" userId="5e6d8fcd4ed135eb" providerId="LiveId" clId="{19483A9D-48E2-4358-BBEF-44572C12CA5E}" dt="2026-07-10T13:58:48.836" v="70" actId="14100"/>
          <ac:picMkLst>
            <pc:docMk/>
            <pc:sldMk cId="3716698733" sldId="266"/>
            <ac:picMk id="5" creationId="{9ED9B5E4-190A-3373-92B0-B2B199A3EF8B}"/>
          </ac:picMkLst>
        </pc:picChg>
        <pc:picChg chg="add mod">
          <ac:chgData name="Subathra Rathinavel" userId="5e6d8fcd4ed135eb" providerId="LiveId" clId="{19483A9D-48E2-4358-BBEF-44572C12CA5E}" dt="2026-07-10T13:58:40.331" v="68" actId="1076"/>
          <ac:picMkLst>
            <pc:docMk/>
            <pc:sldMk cId="3716698733" sldId="266"/>
            <ac:picMk id="7" creationId="{019C288A-53E9-FF10-52D9-428689D1F64C}"/>
          </ac:picMkLst>
        </pc:picChg>
      </pc:sldChg>
      <pc:sldChg chg="addSp delSp modSp new del mod">
        <pc:chgData name="Subathra Rathinavel" userId="5e6d8fcd4ed135eb" providerId="LiveId" clId="{19483A9D-48E2-4358-BBEF-44572C12CA5E}" dt="2026-07-10T14:09:42.922" v="251" actId="2696"/>
        <pc:sldMkLst>
          <pc:docMk/>
          <pc:sldMk cId="4154054873" sldId="267"/>
        </pc:sldMkLst>
        <pc:spChg chg="add del mod">
          <ac:chgData name="Subathra Rathinavel" userId="5e6d8fcd4ed135eb" providerId="LiveId" clId="{19483A9D-48E2-4358-BBEF-44572C12CA5E}" dt="2026-07-10T14:05:41.631" v="118" actId="478"/>
          <ac:spMkLst>
            <pc:docMk/>
            <pc:sldMk cId="4154054873" sldId="267"/>
            <ac:spMk id="3" creationId="{3CB68503-1920-A250-D31F-187C627CA733}"/>
          </ac:spMkLst>
        </pc:spChg>
        <pc:spChg chg="add mod">
          <ac:chgData name="Subathra Rathinavel" userId="5e6d8fcd4ed135eb" providerId="LiveId" clId="{19483A9D-48E2-4358-BBEF-44572C12CA5E}" dt="2026-07-10T14:06:10.899" v="222" actId="20577"/>
          <ac:spMkLst>
            <pc:docMk/>
            <pc:sldMk cId="4154054873" sldId="267"/>
            <ac:spMk id="5" creationId="{B6EB8867-2EF8-38D7-4352-718EB8EF17A7}"/>
          </ac:spMkLst>
        </pc:spChg>
      </pc:sldChg>
      <pc:sldChg chg="addSp modSp new mod">
        <pc:chgData name="Subathra Rathinavel" userId="5e6d8fcd4ed135eb" providerId="LiveId" clId="{19483A9D-48E2-4358-BBEF-44572C12CA5E}" dt="2026-07-10T14:09:33.723" v="250"/>
        <pc:sldMkLst>
          <pc:docMk/>
          <pc:sldMk cId="1578810234" sldId="268"/>
        </pc:sldMkLst>
        <pc:spChg chg="add mod">
          <ac:chgData name="Subathra Rathinavel" userId="5e6d8fcd4ed135eb" providerId="LiveId" clId="{19483A9D-48E2-4358-BBEF-44572C12CA5E}" dt="2026-07-10T14:07:00.369" v="229" actId="20577"/>
          <ac:spMkLst>
            <pc:docMk/>
            <pc:sldMk cId="1578810234" sldId="268"/>
            <ac:spMk id="3" creationId="{20D3357D-DEBB-BEDD-F523-3EB756C47AA7}"/>
          </ac:spMkLst>
        </pc:spChg>
        <pc:spChg chg="add mod">
          <ac:chgData name="Subathra Rathinavel" userId="5e6d8fcd4ed135eb" providerId="LiveId" clId="{19483A9D-48E2-4358-BBEF-44572C12CA5E}" dt="2026-07-10T14:08:45.846" v="245"/>
          <ac:spMkLst>
            <pc:docMk/>
            <pc:sldMk cId="1578810234" sldId="268"/>
            <ac:spMk id="4" creationId="{3DA70C8D-3959-1F31-AC11-A2F4798C7C56}"/>
          </ac:spMkLst>
        </pc:spChg>
        <pc:spChg chg="add mod">
          <ac:chgData name="Subathra Rathinavel" userId="5e6d8fcd4ed135eb" providerId="LiveId" clId="{19483A9D-48E2-4358-BBEF-44572C12CA5E}" dt="2026-07-10T14:09:09.542" v="248"/>
          <ac:spMkLst>
            <pc:docMk/>
            <pc:sldMk cId="1578810234" sldId="268"/>
            <ac:spMk id="5" creationId="{2D6C5B26-07C4-7713-5C9F-48557A2D22A8}"/>
          </ac:spMkLst>
        </pc:spChg>
        <pc:spChg chg="add mod">
          <ac:chgData name="Subathra Rathinavel" userId="5e6d8fcd4ed135eb" providerId="LiveId" clId="{19483A9D-48E2-4358-BBEF-44572C12CA5E}" dt="2026-07-10T14:09:22.055" v="249"/>
          <ac:spMkLst>
            <pc:docMk/>
            <pc:sldMk cId="1578810234" sldId="268"/>
            <ac:spMk id="6" creationId="{6B096E86-4846-5079-E8C0-D7A222439654}"/>
          </ac:spMkLst>
        </pc:spChg>
        <pc:spChg chg="add mod">
          <ac:chgData name="Subathra Rathinavel" userId="5e6d8fcd4ed135eb" providerId="LiveId" clId="{19483A9D-48E2-4358-BBEF-44572C12CA5E}" dt="2026-07-10T14:09:33.723" v="250"/>
          <ac:spMkLst>
            <pc:docMk/>
            <pc:sldMk cId="1578810234" sldId="268"/>
            <ac:spMk id="7" creationId="{371094C7-8BF8-5359-A8EB-036EBA9804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294F-4CA3-556F-C788-A2FC15F93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306FC-CA91-77EA-DFCF-8A7CAC6E6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A93E9-E2DE-27BC-EF3E-36D0C3FF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903E-A346-930D-223A-A2076CA0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242F0-3E4E-F209-0F05-BE32ACE0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D595-864C-B008-CB9D-FC0F5AB2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7C701-27E3-5D59-D1CB-18CA2A913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4700C-877F-CB3A-48A5-4F24909D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24023-ACA4-FFE2-5AC6-06624D6F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9C24F-2E73-BA0B-B84B-215623D0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21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3215-B3EC-AA4C-A9D6-5237C5B7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7DD7E-D397-501F-3B17-91BA82116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BECB-565E-BED4-3214-DC7E2B74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2D956-1CC4-282B-9971-2C937739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F1323-5132-8F10-36C0-6343DA85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47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AB87-C167-A98C-9C71-55CCCAF5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045C-C785-EF23-DF6D-643C009DB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A0C3C-7B7D-DD9E-EBDD-101D79B66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DB383-26B3-C146-7D0D-A258B789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07A54-A12E-B6D1-8FFA-F07B3271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C51DC-954A-1410-7CF0-992CAD51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99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617B-2327-D507-36CD-D84C74AE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BDCAB-0074-F90D-5E9E-08EA92004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47E41-702E-F56B-9F1E-66D7433D3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FA3C8-BCE7-1A40-A99C-6D07FE939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4908F-882E-256A-0E05-2E21B9C26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3BEE5-1159-E1D8-0BC1-DE71FAAD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DA8C7D-2A72-822D-5A3C-34080ABD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D8375-DF0C-E04D-D9F2-B91DFDFE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96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F9CF-65CA-3609-2102-75E56F41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0810F-496A-F964-DF03-CDCDAA58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2EB5C-6567-D8E6-4028-8677F3A3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DD314-561D-9CE5-086D-D81D2ABB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44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F9BD6-3B00-9976-FC67-53D8A80F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D72E8-3CEE-D481-4332-9E8722DD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F128D-A60D-4FAD-4B04-9C818571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6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224B-446A-8A85-DEB4-9BED0028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4A4A-68EB-7CC6-0576-E854DB989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B2CE7-C246-E5A0-9302-C184FE2BD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3E30C-E03C-5468-8EDF-AED12CF0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4D8D6-72F2-1EEF-D3E1-4AA31FCC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199F6-514A-C351-329A-D9C2F21E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2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2542-C755-3E2E-B335-1F4679E8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41C922-69FE-663D-70D8-5F8956C73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459C5-FE15-C5CF-9BA3-9690717CC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83FA6-5E74-E138-DBFD-C448069E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C0A5-B41B-90EA-C7B1-5A04E13D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28FB1-E2A6-33C6-112B-D48EA06F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4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EA06-CBB1-D939-240F-3913D52D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4EEA9-A272-48D3-D394-F4239A6A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661C9-054E-66E6-14D7-92EBC257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43986-DAA8-894F-3F31-145D34FD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BD0D2-F5FB-0954-7667-826B188F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84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D1E53-9ED0-DC46-CF2F-F091C8504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2DF8C-DD9C-EDC3-6B6B-D0B331E8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E5D0-F532-498F-FA8B-206E9035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DD390-8ED1-EE6F-0B72-11DA3BFC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98969-5471-7557-A7CC-54589F97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68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F168A-5C4B-A851-CB7E-97BD3C0E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6548C-748A-184A-1955-063BDA9FE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A1044-DB48-BF3D-25D5-355EEE56A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6BE61-88A7-4F37-80FD-92EF712C3B4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6E45B-88E5-8D3B-B4AC-0165CBEBE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9075E-B757-871A-AE2A-5F60B60E4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13203-A08F-4F84-A9D7-5231BBC60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75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BFEB-8B6B-2A39-DEE2-370A1FBF6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1676"/>
          </a:xfrm>
        </p:spPr>
        <p:txBody>
          <a:bodyPr/>
          <a:lstStyle/>
          <a:p>
            <a:r>
              <a:rPr lang="en-US" dirty="0"/>
              <a:t>CLIPMIND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DA1AD-9A14-321B-AA51-99EB2822C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2697"/>
            <a:ext cx="9144000" cy="3216939"/>
          </a:xfrm>
        </p:spPr>
        <p:txBody>
          <a:bodyPr>
            <a:normAutofit/>
          </a:bodyPr>
          <a:lstStyle/>
          <a:p>
            <a:r>
              <a:rPr lang="en-IN" sz="3200"/>
              <a:t> </a:t>
            </a:r>
            <a:r>
              <a:rPr lang="en-IN" sz="3200" dirty="0"/>
              <a:t>Video Summarization &amp; Key Moments Detection Platform</a:t>
            </a:r>
          </a:p>
          <a:p>
            <a:endParaRPr lang="en-IN" sz="3200" dirty="0"/>
          </a:p>
          <a:p>
            <a:r>
              <a:rPr lang="en-IN" sz="3200" dirty="0"/>
              <a:t>MILESTONE 2</a:t>
            </a:r>
          </a:p>
          <a:p>
            <a:r>
              <a:rPr lang="en-IN" dirty="0"/>
              <a:t>Transcript generation</a:t>
            </a:r>
          </a:p>
          <a:p>
            <a:r>
              <a:rPr lang="en-IN" dirty="0"/>
              <a:t>Summary Generation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75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1FA878-B11F-B92E-C1D7-DCA4B805CB82}"/>
              </a:ext>
            </a:extLst>
          </p:cNvPr>
          <p:cNvSpPr txBox="1"/>
          <p:nvPr/>
        </p:nvSpPr>
        <p:spPr>
          <a:xfrm>
            <a:off x="707923" y="481781"/>
            <a:ext cx="8436077" cy="442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400" b="1" dirty="0"/>
              <a:t>AI Transcript &amp; Summary Generation</a:t>
            </a:r>
          </a:p>
          <a:p>
            <a:pPr>
              <a:lnSpc>
                <a:spcPct val="200000"/>
              </a:lnSpc>
              <a:buNone/>
            </a:pPr>
            <a:r>
              <a:rPr lang="en-IN" sz="2400" b="1" dirty="0"/>
              <a:t>Objectives:</a:t>
            </a:r>
            <a:endParaRPr lang="en-IN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Generate transcript from uploaded videos.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Generate AI-based summary.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Evaluate summary quality and performance.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Build an interactive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412109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5063B9-E4BC-7626-A391-FB4DB1209725}"/>
              </a:ext>
            </a:extLst>
          </p:cNvPr>
          <p:cNvSpPr txBox="1"/>
          <p:nvPr/>
        </p:nvSpPr>
        <p:spPr>
          <a:xfrm>
            <a:off x="353961" y="393290"/>
            <a:ext cx="8790039" cy="5163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400" b="1" dirty="0"/>
              <a:t>AI Transcript Generation 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Video is uploaded to the system.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Audio is extracted from the video.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OpenAI Whisper converts speech into text.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Automatically detects the spoken language.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Displays the generated transcript.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Supports keyword search and AI explanation.</a:t>
            </a:r>
          </a:p>
        </p:txBody>
      </p:sp>
    </p:spTree>
    <p:extLst>
      <p:ext uri="{BB962C8B-B14F-4D97-AF65-F5344CB8AC3E}">
        <p14:creationId xmlns:p14="http://schemas.microsoft.com/office/powerpoint/2010/main" val="95822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9D76EF-03FF-7132-068C-EA6CF0A7E4B5}"/>
              </a:ext>
            </a:extLst>
          </p:cNvPr>
          <p:cNvSpPr txBox="1"/>
          <p:nvPr/>
        </p:nvSpPr>
        <p:spPr>
          <a:xfrm>
            <a:off x="491613" y="4544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Transcript Generation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27EF5-4D1E-70D9-D93F-5B349DC7286C}"/>
              </a:ext>
            </a:extLst>
          </p:cNvPr>
          <p:cNvSpPr txBox="1"/>
          <p:nvPr/>
        </p:nvSpPr>
        <p:spPr>
          <a:xfrm>
            <a:off x="580103" y="152919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Upload Video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Extract Audio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Speech to Text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Generate Transcript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Display Transcript</a:t>
            </a:r>
          </a:p>
        </p:txBody>
      </p:sp>
    </p:spTree>
    <p:extLst>
      <p:ext uri="{BB962C8B-B14F-4D97-AF65-F5344CB8AC3E}">
        <p14:creationId xmlns:p14="http://schemas.microsoft.com/office/powerpoint/2010/main" val="85814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19AA3-FC3C-E164-326C-F0BE111DA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55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9A2A28-3A47-03FD-907E-2B79C2F7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5715"/>
            <a:ext cx="12113341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4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53FDB4-9D06-937E-B801-7191FB9AB899}"/>
              </a:ext>
            </a:extLst>
          </p:cNvPr>
          <p:cNvSpPr txBox="1"/>
          <p:nvPr/>
        </p:nvSpPr>
        <p:spPr>
          <a:xfrm>
            <a:off x="226142" y="432619"/>
            <a:ext cx="8917858" cy="442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400" b="1" dirty="0"/>
              <a:t>AI Summary Generation 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Uses the generated transcript as input.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BART model generates a concise summary.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Produces important points in readable format.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Reduces lengthy transcripts into short summaries.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Summary is stored for the next modules.</a:t>
            </a:r>
          </a:p>
        </p:txBody>
      </p:sp>
    </p:spTree>
    <p:extLst>
      <p:ext uri="{BB962C8B-B14F-4D97-AF65-F5344CB8AC3E}">
        <p14:creationId xmlns:p14="http://schemas.microsoft.com/office/powerpoint/2010/main" val="262393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DE1AF5-A150-AE4C-6708-DF4312D96586}"/>
              </a:ext>
            </a:extLst>
          </p:cNvPr>
          <p:cNvSpPr txBox="1"/>
          <p:nvPr/>
        </p:nvSpPr>
        <p:spPr>
          <a:xfrm>
            <a:off x="294967" y="5232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Summary Generation Workflow: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E0F1C-C9D2-6D32-E31B-473ED53DEF68}"/>
              </a:ext>
            </a:extLst>
          </p:cNvPr>
          <p:cNvSpPr txBox="1"/>
          <p:nvPr/>
        </p:nvSpPr>
        <p:spPr>
          <a:xfrm>
            <a:off x="452283" y="1371881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Transcript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AI Processing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Important Points Extraction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Summary Generation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Display Summary</a:t>
            </a:r>
          </a:p>
        </p:txBody>
      </p:sp>
    </p:spTree>
    <p:extLst>
      <p:ext uri="{BB962C8B-B14F-4D97-AF65-F5344CB8AC3E}">
        <p14:creationId xmlns:p14="http://schemas.microsoft.com/office/powerpoint/2010/main" val="253331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E07E1E-6B1D-8300-5958-8D97D413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861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CDAA2-1F8E-C258-15BE-90892B56E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61387"/>
            <a:ext cx="12192000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4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3DAC-468A-ED65-13AA-F7591BC0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3807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79038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174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CLIPMIND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Subathra Rathinavel</dc:creator>
  <cp:lastModifiedBy>Subathra Rathinavel</cp:lastModifiedBy>
  <cp:revision>4</cp:revision>
  <dcterms:created xsi:type="dcterms:W3CDTF">2026-07-09T15:25:13Z</dcterms:created>
  <dcterms:modified xsi:type="dcterms:W3CDTF">2026-07-24T14:57:32Z</dcterms:modified>
</cp:coreProperties>
</file>