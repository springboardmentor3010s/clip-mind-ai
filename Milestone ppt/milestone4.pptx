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MILESTONE 4 : WEEK 7 &amp; 8 FINAL REVIEW</a:t>
            </a:r>
          </a:p>
          <a:p>
            <a:pPr>
              <a:defRPr sz="4400" b="1">
                <a:solidFill>
                  <a:srgbClr val="0F172A"/>
                </a:solidFill>
              </a:defRPr>
            </a:pPr>
            <a:r>
              <a:t>ClipMind AI</a:t>
            </a:r>
          </a:p>
          <a:p>
            <a:pPr>
              <a:spcAft>
                <a:spcPts val="2000"/>
              </a:spcAft>
              <a:defRPr sz="2000">
                <a:solidFill>
                  <a:srgbClr val="1E293B"/>
                </a:solidFill>
              </a:defRPr>
            </a:pPr>
            <a:r>
              <a:t>AI-Powered Video Summarization &amp; Key Moments Platform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Role-Based Access | AI Transcription &amp; Summary | Docker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MILESTONE 4 — FINAL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Milestone 4: Key Objectives &amp;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What We Targeted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Add 4 Role-Based User Access types.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Test Speech-to-Text &amp; AI Summaries.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Make video processing fast &amp; smooth.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Deploy platform using Docker.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Complete project documentation.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16A34A"/>
                </a:solidFill>
              </a:defRPr>
            </a:pPr>
            <a:r>
              <a:t>Current Status [100% Done]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All 4 User Dashboards working perfectly.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High accuracy transcription &amp; summaries.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Instant loading with smart caching.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Docker multi-container running easily.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Full project documentation completed.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MILESTONE 4 — FINAL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Role-Based Access (4 User Types)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Learner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Watch video lessons.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Read AI transcripts.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View summaries.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Search keywords.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Save bookmarks.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Educator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Upload class videos.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Edit transcripts.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Generate study notes.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Share with students.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View class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Creator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Manage video library.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Import YouTube links.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Get video highlights.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Download PDF reports.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Track video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Admin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Manage all users.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Change user roles.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Track AI job status.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Check server storage.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View system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MILESTONE 4 — FINAL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AI Transcription &amp; Summary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Speech-to-Text (Faster-Whisper)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Converts video audio to clear text.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Removes silent gaps automatically.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Shows live transcript while playing.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Teachers can edit text if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Smart AI Summaries (Llama 3.2)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Short Summary: 2-3 lines quick overview.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Detailed Summary: Key points in bullet list.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Generates study notes &amp; practice quiz.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Explains keywords in 12+ languages.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MILESTONE 4 — FINAL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Key Highlights &amp;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Fast &amp; User-Friendly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Saves Time: No need to watch full 1-hour videos.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Key Moments: Jump to exact video topics easily.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Instant Loading: Processed videos open in 1 click.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Simple UI: Clean, responsive layout for all devices.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16A34A"/>
                </a:solidFill>
              </a:defRPr>
            </a:pPr>
            <a:r>
              <a:t>100% Free &amp; Private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Zero API Cost: AI runs locally without paid APIs.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Complete Privacy: Videos stay on our own system.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Offline Capable: Works without third-party tools.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Easy Export: Download notes in PDF &amp; TXT.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MILESTONE 4 — FINAL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Docker Deployment &amp;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Docker Setup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Backend: FastAPI Python Service.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Frontend: React 19 Web App.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Database: PostgreSQL Storage.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AI Engine: Local Ollama Model.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Run: Starts with a single command.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16A34A"/>
                </a:solidFill>
              </a:defRPr>
            </a:pPr>
            <a:r>
              <a:t>Testing Results (All Pass)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Login &amp; Password Security: Verified.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Role Permissions: Verified.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Video Upload &amp; Audio Extract: Verified.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Summary &amp; Key Moments: Verified.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System Admin Controls: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MILESTONE 4 — FINAL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Summary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What ClipMind AI Delivers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Converts long videos into quick, actionable notes.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Helps students learn 3x faster with key highlights.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Helps educators easily prepare classroom materials.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 complete, ready-to-use working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16A34A"/>
                </a:solidFill>
              </a:defRPr>
            </a:pPr>
            <a:r>
              <a:t>Final Conclusion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Milestone 4 successfully completed 100%.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All goals (RBAC, Testing, Docker, Docs) achieved.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Robust full-stack architecture ready for real use.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