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512" y="1565076"/>
            <a:ext cx="2847975" cy="36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1358" y="1565076"/>
            <a:ext cx="10001250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IN" sz="4350" b="0" i="0" u="none" dirty="0" err="1">
                <a:solidFill>
                  <a:srgbClr val="FFFFFF"/>
                </a:solidFill>
                <a:latin typeface="Plus Jakarta Sans ExtraBold"/>
              </a:rPr>
              <a:t>ClipMindAI</a:t>
            </a:r>
            <a:endParaRPr lang="en-IN" sz="4350" b="0" i="0" u="none" dirty="0">
              <a:solidFill>
                <a:srgbClr val="FFFFFF"/>
              </a:solidFill>
              <a:latin typeface="Plus Jakarta Sans ExtraBold"/>
            </a:endParaRPr>
          </a:p>
          <a:p>
            <a:pPr algn="ctr">
              <a:lnSpc>
                <a:spcPts val="5002"/>
              </a:lnSpc>
            </a:pPr>
            <a:r>
              <a:rPr lang="en-IN" sz="4400" dirty="0">
                <a:solidFill>
                  <a:schemeClr val="bg1"/>
                </a:solidFill>
              </a:rPr>
              <a:t>Video Summarization &amp; Key Moments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75" y="3711773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C7D2FE"/>
                </a:solidFill>
                <a:latin typeface="Inter"/>
              </a:rPr>
              <a:t>Weeks 5 &amp; 6 — Automated Video Intelligence, Timestamp Extraction, Keyword Workflows &amp; Performance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28" y="-5751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2630"/>
            <a:ext cx="3530649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72630"/>
            <a:ext cx="3530649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72630"/>
            <a:ext cx="3530649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6790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91805"/>
            <a:ext cx="30003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Key Moments &amp; Timestamps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280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Automated timestamp extraction logic detects critical segments, chapters, and key highlights across video feeds instantly.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6790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491805"/>
            <a:ext cx="215026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Keyword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87280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Advanced NLP models extract domain-specific key terms and concepts with high detection accuracy and quality ratings.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6790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491805"/>
            <a:ext cx="222027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Analytics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87280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Comprehensive dashboard visualizing usage statistics, processing pipelines, storage metrics, and downloadable summary reports.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92030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8424" y="292030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7674" y="292030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0550" y="966788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 dirty="0">
                <a:solidFill>
                  <a:srgbClr val="1E1B4B"/>
                </a:solidFill>
                <a:latin typeface="Plus Jakarta Sans ExtraBold"/>
              </a:rPr>
              <a:t>Executive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86075"/>
            <a:ext cx="10706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Audio Processing Pipeline: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Transcribes audio into structured sentences with accurate word-level alignment.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1815"/>
            <a:ext cx="10706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AI Segment Classifier: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Groups continuous video timestamps into meaningful topic chapters and key moments.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77555"/>
            <a:ext cx="10706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NLP Keyword Extractor: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Evaluates vocabulary frequency and contextual relevance to yield top key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23295"/>
            <a:ext cx="10706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Analytics &amp; Reporting Engine: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Aggregates video metrics, pipeline health, and summary insights into a consolidated UI.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1941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6515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89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6633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191244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 dirty="0">
                <a:solidFill>
                  <a:srgbClr val="1E1B4B"/>
                </a:solidFill>
                <a:latin typeface="Plus Jakarta Sans ExtraBold"/>
              </a:rP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7610"/>
            <a:ext cx="7620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730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97509"/>
            <a:ext cx="49911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Automated Navigation: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Maps key sentences directly to video timestamps (e.g., 00:00 - What is AI?).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17540"/>
            <a:ext cx="49911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Transcript Sync: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Displays contextual transcripts aligned perfectly with media playback.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7570"/>
            <a:ext cx="49911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Detected Keywords Bar: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Extracts and displays up to 31 active keywords per video segment.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0847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5087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70908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AI Timestamp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7610"/>
            <a:ext cx="7620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787ED3-9C22-3F41-505E-969ED4537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777305"/>
            <a:ext cx="5326803" cy="4000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7305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86830"/>
            <a:ext cx="5314950" cy="398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97509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Key Highlights: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Isolates single critical timestamps like capability breakdowns (e.g., 00:15).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17540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Segment Ranges: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Defines logical start and end windows (e.g., 00:00–00:20 | Core definition of Generative AI).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7570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Interactive Bookmarks: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Enables users to jump straight to relevant sections without manual searching.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30847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5087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70908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Important Video Segments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7610"/>
            <a:ext cx="7620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7305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86830"/>
            <a:ext cx="5314950" cy="398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97509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Centralized Monitor: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Single view for system status, processing success rates, and storage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17540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Visual Analytics: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Bar and pie chart breakdowns for transcripts, highlights, and summaries.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7570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Report Generation: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Real-time text report summary with one-click `.txt` download capability.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3084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5087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70908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Analytics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7610"/>
            <a:ext cx="76200" cy="3429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15790" y="2350740"/>
            <a:ext cx="336042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1B4B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8437" y="3265140"/>
            <a:ext cx="67151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Milestone 3 — Key Moments Detection &amp; 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326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Subathra Rathinavel</cp:lastModifiedBy>
  <cp:revision>4</cp:revision>
  <dcterms:created xsi:type="dcterms:W3CDTF">2013-01-27T09:14:16Z</dcterms:created>
  <dcterms:modified xsi:type="dcterms:W3CDTF">2026-08-10T14:40:34Z</dcterms:modified>
  <cp:category/>
</cp:coreProperties>
</file>