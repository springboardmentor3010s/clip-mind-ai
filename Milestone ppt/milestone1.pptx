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4" r:id="rId8"/>
    <p:sldId id="265" r:id="rId9"/>
    <p:sldId id="266" r:id="rId10"/>
    <p:sldId id="25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93F541-F855-4600-9BDC-41B3F1723657}" v="1" dt="2026-07-10T11:40:56.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athra Rathinavel" userId="5e6d8fcd4ed135eb" providerId="LiveId" clId="{19483A9D-48E2-4358-BBEF-44572C12CA5E}"/>
    <pc:docChg chg="custSel addSld delSld modSld sldOrd">
      <pc:chgData name="Subathra Rathinavel" userId="5e6d8fcd4ed135eb" providerId="LiveId" clId="{19483A9D-48E2-4358-BBEF-44572C12CA5E}" dt="2026-07-10T14:09:42.922" v="251" actId="2696"/>
      <pc:docMkLst>
        <pc:docMk/>
      </pc:docMkLst>
      <pc:sldChg chg="modSp mod">
        <pc:chgData name="Subathra Rathinavel" userId="5e6d8fcd4ed135eb" providerId="LiveId" clId="{19483A9D-48E2-4358-BBEF-44572C12CA5E}" dt="2026-07-10T08:04:32.609" v="2" actId="1076"/>
        <pc:sldMkLst>
          <pc:docMk/>
          <pc:sldMk cId="2104653561" sldId="257"/>
        </pc:sldMkLst>
        <pc:spChg chg="mod">
          <ac:chgData name="Subathra Rathinavel" userId="5e6d8fcd4ed135eb" providerId="LiveId" clId="{19483A9D-48E2-4358-BBEF-44572C12CA5E}" dt="2026-07-10T08:04:32.609" v="2" actId="1076"/>
          <ac:spMkLst>
            <pc:docMk/>
            <pc:sldMk cId="2104653561" sldId="257"/>
            <ac:spMk id="12" creationId="{7E2358F3-2A33-B7EB-0A5D-F1F692EE691B}"/>
          </ac:spMkLst>
        </pc:spChg>
        <pc:spChg chg="mod">
          <ac:chgData name="Subathra Rathinavel" userId="5e6d8fcd4ed135eb" providerId="LiveId" clId="{19483A9D-48E2-4358-BBEF-44572C12CA5E}" dt="2026-07-10T08:04:26.608" v="1" actId="1076"/>
          <ac:spMkLst>
            <pc:docMk/>
            <pc:sldMk cId="2104653561" sldId="257"/>
            <ac:spMk id="13" creationId="{60288532-E1F0-3909-F79D-43BA7E1E49E7}"/>
          </ac:spMkLst>
        </pc:spChg>
      </pc:sldChg>
      <pc:sldChg chg="addSp modSp mod">
        <pc:chgData name="Subathra Rathinavel" userId="5e6d8fcd4ed135eb" providerId="LiveId" clId="{19483A9D-48E2-4358-BBEF-44572C12CA5E}" dt="2026-07-10T11:41:29.390" v="28" actId="20577"/>
        <pc:sldMkLst>
          <pc:docMk/>
          <pc:sldMk cId="2942937199" sldId="258"/>
        </pc:sldMkLst>
        <pc:spChg chg="add mod">
          <ac:chgData name="Subathra Rathinavel" userId="5e6d8fcd4ed135eb" providerId="LiveId" clId="{19483A9D-48E2-4358-BBEF-44572C12CA5E}" dt="2026-07-10T11:41:29.390" v="28" actId="20577"/>
          <ac:spMkLst>
            <pc:docMk/>
            <pc:sldMk cId="2942937199" sldId="258"/>
            <ac:spMk id="3" creationId="{21A93B53-BBA4-0E71-CBFD-D823BB12A51B}"/>
          </ac:spMkLst>
        </pc:spChg>
      </pc:sldChg>
      <pc:sldChg chg="addSp modSp new mod ord">
        <pc:chgData name="Subathra Rathinavel" userId="5e6d8fcd4ed135eb" providerId="LiveId" clId="{19483A9D-48E2-4358-BBEF-44572C12CA5E}" dt="2026-07-10T13:51:14.800" v="47"/>
        <pc:sldMkLst>
          <pc:docMk/>
          <pc:sldMk cId="400144047" sldId="259"/>
        </pc:sldMkLst>
        <pc:picChg chg="add mod">
          <ac:chgData name="Subathra Rathinavel" userId="5e6d8fcd4ed135eb" providerId="LiveId" clId="{19483A9D-48E2-4358-BBEF-44572C12CA5E}" dt="2026-07-10T12:47:44.656" v="32" actId="14100"/>
          <ac:picMkLst>
            <pc:docMk/>
            <pc:sldMk cId="400144047" sldId="259"/>
            <ac:picMk id="3" creationId="{24763253-364C-51C0-1061-196F761D520E}"/>
          </ac:picMkLst>
        </pc:picChg>
        <pc:picChg chg="add mod">
          <ac:chgData name="Subathra Rathinavel" userId="5e6d8fcd4ed135eb" providerId="LiveId" clId="{19483A9D-48E2-4358-BBEF-44572C12CA5E}" dt="2026-07-10T12:48:09.748" v="35" actId="14100"/>
          <ac:picMkLst>
            <pc:docMk/>
            <pc:sldMk cId="400144047" sldId="259"/>
            <ac:picMk id="5" creationId="{68151727-814E-2616-2E0A-3AA32EF37B43}"/>
          </ac:picMkLst>
        </pc:picChg>
      </pc:sldChg>
      <pc:sldChg chg="addSp modSp new mod">
        <pc:chgData name="Subathra Rathinavel" userId="5e6d8fcd4ed135eb" providerId="LiveId" clId="{19483A9D-48E2-4358-BBEF-44572C12CA5E}" dt="2026-07-10T12:48:35.758" v="38"/>
        <pc:sldMkLst>
          <pc:docMk/>
          <pc:sldMk cId="3273546833" sldId="260"/>
        </pc:sldMkLst>
        <pc:picChg chg="add mod">
          <ac:chgData name="Subathra Rathinavel" userId="5e6d8fcd4ed135eb" providerId="LiveId" clId="{19483A9D-48E2-4358-BBEF-44572C12CA5E}" dt="2026-07-10T12:48:35.758" v="38"/>
          <ac:picMkLst>
            <pc:docMk/>
            <pc:sldMk cId="3273546833" sldId="260"/>
            <ac:picMk id="3" creationId="{6D75D30F-FD74-8175-3A16-636045853803}"/>
          </ac:picMkLst>
        </pc:picChg>
      </pc:sldChg>
      <pc:sldChg chg="addSp new mod">
        <pc:chgData name="Subathra Rathinavel" userId="5e6d8fcd4ed135eb" providerId="LiveId" clId="{19483A9D-48E2-4358-BBEF-44572C12CA5E}" dt="2026-07-10T13:32:46.634" v="40" actId="22"/>
        <pc:sldMkLst>
          <pc:docMk/>
          <pc:sldMk cId="1644085363" sldId="261"/>
        </pc:sldMkLst>
        <pc:picChg chg="add">
          <ac:chgData name="Subathra Rathinavel" userId="5e6d8fcd4ed135eb" providerId="LiveId" clId="{19483A9D-48E2-4358-BBEF-44572C12CA5E}" dt="2026-07-10T13:32:46.634" v="40" actId="22"/>
          <ac:picMkLst>
            <pc:docMk/>
            <pc:sldMk cId="1644085363" sldId="261"/>
            <ac:picMk id="3" creationId="{BD67188D-8ECF-E7FF-BE63-84E7435509ED}"/>
          </ac:picMkLst>
        </pc:picChg>
      </pc:sldChg>
      <pc:sldChg chg="addSp modSp new mod">
        <pc:chgData name="Subathra Rathinavel" userId="5e6d8fcd4ed135eb" providerId="LiveId" clId="{19483A9D-48E2-4358-BBEF-44572C12CA5E}" dt="2026-07-10T13:38:24.586" v="43"/>
        <pc:sldMkLst>
          <pc:docMk/>
          <pc:sldMk cId="514455671" sldId="262"/>
        </pc:sldMkLst>
        <pc:picChg chg="add mod">
          <ac:chgData name="Subathra Rathinavel" userId="5e6d8fcd4ed135eb" providerId="LiveId" clId="{19483A9D-48E2-4358-BBEF-44572C12CA5E}" dt="2026-07-10T13:38:24.586" v="43"/>
          <ac:picMkLst>
            <pc:docMk/>
            <pc:sldMk cId="514455671" sldId="262"/>
            <ac:picMk id="3" creationId="{7127B51B-0016-6807-3E72-070F102B56A5}"/>
          </ac:picMkLst>
        </pc:picChg>
      </pc:sldChg>
      <pc:sldChg chg="addSp new del mod">
        <pc:chgData name="Subathra Rathinavel" userId="5e6d8fcd4ed135eb" providerId="LiveId" clId="{19483A9D-48E2-4358-BBEF-44572C12CA5E}" dt="2026-07-10T13:54:00.929" v="53" actId="2696"/>
        <pc:sldMkLst>
          <pc:docMk/>
          <pc:sldMk cId="711383655" sldId="263"/>
        </pc:sldMkLst>
        <pc:picChg chg="add">
          <ac:chgData name="Subathra Rathinavel" userId="5e6d8fcd4ed135eb" providerId="LiveId" clId="{19483A9D-48E2-4358-BBEF-44572C12CA5E}" dt="2026-07-10T13:51:03.464" v="45" actId="22"/>
          <ac:picMkLst>
            <pc:docMk/>
            <pc:sldMk cId="711383655" sldId="263"/>
            <ac:picMk id="3" creationId="{D7A3ADF3-9402-D39D-334C-2780B333CCC8}"/>
          </ac:picMkLst>
        </pc:picChg>
      </pc:sldChg>
      <pc:sldChg chg="addSp new mod">
        <pc:chgData name="Subathra Rathinavel" userId="5e6d8fcd4ed135eb" providerId="LiveId" clId="{19483A9D-48E2-4358-BBEF-44572C12CA5E}" dt="2026-07-10T13:51:39.270" v="49" actId="22"/>
        <pc:sldMkLst>
          <pc:docMk/>
          <pc:sldMk cId="1998803116" sldId="264"/>
        </pc:sldMkLst>
        <pc:picChg chg="add">
          <ac:chgData name="Subathra Rathinavel" userId="5e6d8fcd4ed135eb" providerId="LiveId" clId="{19483A9D-48E2-4358-BBEF-44572C12CA5E}" dt="2026-07-10T13:51:39.270" v="49" actId="22"/>
          <ac:picMkLst>
            <pc:docMk/>
            <pc:sldMk cId="1998803116" sldId="264"/>
            <ac:picMk id="3" creationId="{8DB7F9FC-58A8-36BA-6B6A-06EBF9A02044}"/>
          </ac:picMkLst>
        </pc:picChg>
      </pc:sldChg>
      <pc:sldChg chg="addSp new del mod">
        <pc:chgData name="Subathra Rathinavel" userId="5e6d8fcd4ed135eb" providerId="LiveId" clId="{19483A9D-48E2-4358-BBEF-44572C12CA5E}" dt="2026-07-10T13:53:53.675" v="52" actId="2696"/>
        <pc:sldMkLst>
          <pc:docMk/>
          <pc:sldMk cId="1182834787" sldId="265"/>
        </pc:sldMkLst>
        <pc:picChg chg="add">
          <ac:chgData name="Subathra Rathinavel" userId="5e6d8fcd4ed135eb" providerId="LiveId" clId="{19483A9D-48E2-4358-BBEF-44572C12CA5E}" dt="2026-07-10T13:53:37.190" v="51" actId="22"/>
          <ac:picMkLst>
            <pc:docMk/>
            <pc:sldMk cId="1182834787" sldId="265"/>
            <ac:picMk id="3" creationId="{4EA09DBD-768A-54F4-EA3A-1BC2B1F0B454}"/>
          </ac:picMkLst>
        </pc:picChg>
      </pc:sldChg>
      <pc:sldChg chg="addSp new mod">
        <pc:chgData name="Subathra Rathinavel" userId="5e6d8fcd4ed135eb" providerId="LiveId" clId="{19483A9D-48E2-4358-BBEF-44572C12CA5E}" dt="2026-07-10T13:54:45.166" v="55" actId="22"/>
        <pc:sldMkLst>
          <pc:docMk/>
          <pc:sldMk cId="2339503672" sldId="265"/>
        </pc:sldMkLst>
        <pc:picChg chg="add">
          <ac:chgData name="Subathra Rathinavel" userId="5e6d8fcd4ed135eb" providerId="LiveId" clId="{19483A9D-48E2-4358-BBEF-44572C12CA5E}" dt="2026-07-10T13:54:45.166" v="55" actId="22"/>
          <ac:picMkLst>
            <pc:docMk/>
            <pc:sldMk cId="2339503672" sldId="265"/>
            <ac:picMk id="3" creationId="{49A4D7BB-EB14-0640-845E-5ECF2C4C4A88}"/>
          </ac:picMkLst>
        </pc:picChg>
      </pc:sldChg>
      <pc:sldChg chg="addSp modSp new mod">
        <pc:chgData name="Subathra Rathinavel" userId="5e6d8fcd4ed135eb" providerId="LiveId" clId="{19483A9D-48E2-4358-BBEF-44572C12CA5E}" dt="2026-07-10T13:58:48.836" v="70" actId="14100"/>
        <pc:sldMkLst>
          <pc:docMk/>
          <pc:sldMk cId="3716698733" sldId="266"/>
        </pc:sldMkLst>
        <pc:picChg chg="add mod">
          <ac:chgData name="Subathra Rathinavel" userId="5e6d8fcd4ed135eb" providerId="LiveId" clId="{19483A9D-48E2-4358-BBEF-44572C12CA5E}" dt="2026-07-10T13:58:44.944" v="69" actId="14100"/>
          <ac:picMkLst>
            <pc:docMk/>
            <pc:sldMk cId="3716698733" sldId="266"/>
            <ac:picMk id="3" creationId="{6D378C62-67E7-5560-22C0-1AD7E6D2156D}"/>
          </ac:picMkLst>
        </pc:picChg>
        <pc:picChg chg="add mod">
          <ac:chgData name="Subathra Rathinavel" userId="5e6d8fcd4ed135eb" providerId="LiveId" clId="{19483A9D-48E2-4358-BBEF-44572C12CA5E}" dt="2026-07-10T13:58:48.836" v="70" actId="14100"/>
          <ac:picMkLst>
            <pc:docMk/>
            <pc:sldMk cId="3716698733" sldId="266"/>
            <ac:picMk id="5" creationId="{9ED9B5E4-190A-3373-92B0-B2B199A3EF8B}"/>
          </ac:picMkLst>
        </pc:picChg>
        <pc:picChg chg="add mod">
          <ac:chgData name="Subathra Rathinavel" userId="5e6d8fcd4ed135eb" providerId="LiveId" clId="{19483A9D-48E2-4358-BBEF-44572C12CA5E}" dt="2026-07-10T13:58:40.331" v="68" actId="1076"/>
          <ac:picMkLst>
            <pc:docMk/>
            <pc:sldMk cId="3716698733" sldId="266"/>
            <ac:picMk id="7" creationId="{019C288A-53E9-FF10-52D9-428689D1F64C}"/>
          </ac:picMkLst>
        </pc:picChg>
      </pc:sldChg>
      <pc:sldChg chg="addSp delSp modSp new del mod">
        <pc:chgData name="Subathra Rathinavel" userId="5e6d8fcd4ed135eb" providerId="LiveId" clId="{19483A9D-48E2-4358-BBEF-44572C12CA5E}" dt="2026-07-10T14:09:42.922" v="251" actId="2696"/>
        <pc:sldMkLst>
          <pc:docMk/>
          <pc:sldMk cId="4154054873" sldId="267"/>
        </pc:sldMkLst>
        <pc:spChg chg="add del mod">
          <ac:chgData name="Subathra Rathinavel" userId="5e6d8fcd4ed135eb" providerId="LiveId" clId="{19483A9D-48E2-4358-BBEF-44572C12CA5E}" dt="2026-07-10T14:05:41.631" v="118" actId="478"/>
          <ac:spMkLst>
            <pc:docMk/>
            <pc:sldMk cId="4154054873" sldId="267"/>
            <ac:spMk id="3" creationId="{3CB68503-1920-A250-D31F-187C627CA733}"/>
          </ac:spMkLst>
        </pc:spChg>
        <pc:spChg chg="add mod">
          <ac:chgData name="Subathra Rathinavel" userId="5e6d8fcd4ed135eb" providerId="LiveId" clId="{19483A9D-48E2-4358-BBEF-44572C12CA5E}" dt="2026-07-10T14:06:10.899" v="222" actId="20577"/>
          <ac:spMkLst>
            <pc:docMk/>
            <pc:sldMk cId="4154054873" sldId="267"/>
            <ac:spMk id="5" creationId="{B6EB8867-2EF8-38D7-4352-718EB8EF17A7}"/>
          </ac:spMkLst>
        </pc:spChg>
      </pc:sldChg>
      <pc:sldChg chg="addSp modSp new mod">
        <pc:chgData name="Subathra Rathinavel" userId="5e6d8fcd4ed135eb" providerId="LiveId" clId="{19483A9D-48E2-4358-BBEF-44572C12CA5E}" dt="2026-07-10T14:09:33.723" v="250"/>
        <pc:sldMkLst>
          <pc:docMk/>
          <pc:sldMk cId="1578810234" sldId="268"/>
        </pc:sldMkLst>
        <pc:spChg chg="add mod">
          <ac:chgData name="Subathra Rathinavel" userId="5e6d8fcd4ed135eb" providerId="LiveId" clId="{19483A9D-48E2-4358-BBEF-44572C12CA5E}" dt="2026-07-10T14:07:00.369" v="229" actId="20577"/>
          <ac:spMkLst>
            <pc:docMk/>
            <pc:sldMk cId="1578810234" sldId="268"/>
            <ac:spMk id="3" creationId="{20D3357D-DEBB-BEDD-F523-3EB756C47AA7}"/>
          </ac:spMkLst>
        </pc:spChg>
        <pc:spChg chg="add mod">
          <ac:chgData name="Subathra Rathinavel" userId="5e6d8fcd4ed135eb" providerId="LiveId" clId="{19483A9D-48E2-4358-BBEF-44572C12CA5E}" dt="2026-07-10T14:08:45.846" v="245"/>
          <ac:spMkLst>
            <pc:docMk/>
            <pc:sldMk cId="1578810234" sldId="268"/>
            <ac:spMk id="4" creationId="{3DA70C8D-3959-1F31-AC11-A2F4798C7C56}"/>
          </ac:spMkLst>
        </pc:spChg>
        <pc:spChg chg="add mod">
          <ac:chgData name="Subathra Rathinavel" userId="5e6d8fcd4ed135eb" providerId="LiveId" clId="{19483A9D-48E2-4358-BBEF-44572C12CA5E}" dt="2026-07-10T14:09:09.542" v="248"/>
          <ac:spMkLst>
            <pc:docMk/>
            <pc:sldMk cId="1578810234" sldId="268"/>
            <ac:spMk id="5" creationId="{2D6C5B26-07C4-7713-5C9F-48557A2D22A8}"/>
          </ac:spMkLst>
        </pc:spChg>
        <pc:spChg chg="add mod">
          <ac:chgData name="Subathra Rathinavel" userId="5e6d8fcd4ed135eb" providerId="LiveId" clId="{19483A9D-48E2-4358-BBEF-44572C12CA5E}" dt="2026-07-10T14:09:22.055" v="249"/>
          <ac:spMkLst>
            <pc:docMk/>
            <pc:sldMk cId="1578810234" sldId="268"/>
            <ac:spMk id="6" creationId="{6B096E86-4846-5079-E8C0-D7A222439654}"/>
          </ac:spMkLst>
        </pc:spChg>
        <pc:spChg chg="add mod">
          <ac:chgData name="Subathra Rathinavel" userId="5e6d8fcd4ed135eb" providerId="LiveId" clId="{19483A9D-48E2-4358-BBEF-44572C12CA5E}" dt="2026-07-10T14:09:33.723" v="250"/>
          <ac:spMkLst>
            <pc:docMk/>
            <pc:sldMk cId="1578810234" sldId="268"/>
            <ac:spMk id="7" creationId="{371094C7-8BF8-5359-A8EB-036EBA98044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294F-4CA3-556F-C788-A2FC15F93D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AB306FC-CA91-77EA-DFCF-8A7CAC6E68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6A93E9-E2DE-27BC-EF3E-36D0C3FFDF95}"/>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6A5D903E-A346-930D-223A-A2076CA0FE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242F0-3E4E-F209-0F05-BE32ACE0D9F0}"/>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147771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D595-864C-B008-CB9D-FC0F5AB266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D7C701-27E3-5D59-D1CB-18CA2A9139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F4700C-877F-CB3A-48A5-4F24909D5E23}"/>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53F24023-ACA4-FFE2-5AC6-06624D6F60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9C24F-2E73-BA0B-B84B-215623D0312E}"/>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716218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33215-B3EC-AA4C-A9D6-5237C5B720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37DD7E-D397-501F-3B17-91BA82116A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4FBECB-565E-BED4-3214-DC7E2B74657B}"/>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1722D956-1CC4-282B-9971-2C93773992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AF1323-5132-8F10-36C0-6343DA85EB37}"/>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1640478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AB87-C167-A98C-9C71-55CCCAF5E2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30045C-C785-EF23-DF6D-643C009DB3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1A0C3C-7B7D-DD9E-EBDD-101D79B66F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EDB383-26B3-C146-7D0D-A258B78978FC}"/>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6" name="Footer Placeholder 5">
            <a:extLst>
              <a:ext uri="{FF2B5EF4-FFF2-40B4-BE49-F238E27FC236}">
                <a16:creationId xmlns:a16="http://schemas.microsoft.com/office/drawing/2014/main" id="{7FF07A54-A12E-B6D1-8FFA-F07B3271D2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EC51DC-954A-1410-7CF0-992CAD51ACAE}"/>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3600990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617B-2327-D507-36CD-D84C74AEC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ABDCAB-0074-F90D-5E9E-08EA920044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147E41-702E-F56B-9F1E-66D7433D3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DFA3C8-BCE7-1A40-A99C-6D07FE9394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94908F-882E-256A-0E05-2E21B9C269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03BEE5-1159-E1D8-0BC1-DE71FAAD9826}"/>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8" name="Footer Placeholder 7">
            <a:extLst>
              <a:ext uri="{FF2B5EF4-FFF2-40B4-BE49-F238E27FC236}">
                <a16:creationId xmlns:a16="http://schemas.microsoft.com/office/drawing/2014/main" id="{E4DA8C7D-2A72-822D-5A3C-34080ABDC0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AD8375-DF0C-E04D-D9F2-B91DFDFE0B24}"/>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1374968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F9CF-65CA-3609-2102-75E56F4122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C0810F-496A-F964-DF03-CDCDAA58E9A4}"/>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4" name="Footer Placeholder 3">
            <a:extLst>
              <a:ext uri="{FF2B5EF4-FFF2-40B4-BE49-F238E27FC236}">
                <a16:creationId xmlns:a16="http://schemas.microsoft.com/office/drawing/2014/main" id="{3442EB5C-6567-D8E6-4028-8677F3A3320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ADD314-561D-9CE5-086D-D81D2ABB4E18}"/>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74244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6F9BD6-3B00-9976-FC67-53D8A80F432A}"/>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3" name="Footer Placeholder 2">
            <a:extLst>
              <a:ext uri="{FF2B5EF4-FFF2-40B4-BE49-F238E27FC236}">
                <a16:creationId xmlns:a16="http://schemas.microsoft.com/office/drawing/2014/main" id="{932D72E8-3CEE-D481-4332-9E8722DD49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FF128D-A60D-4FAD-4B04-9C8185711338}"/>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1328765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E224B-446A-8A85-DEB4-9BED00285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614A4A-68EB-7CC6-0576-E854DB989E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FAB2CE7-C246-E5A0-9302-C184FE2BD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3E30C-E03C-5468-8EDF-AED12CF0B1F5}"/>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6" name="Footer Placeholder 5">
            <a:extLst>
              <a:ext uri="{FF2B5EF4-FFF2-40B4-BE49-F238E27FC236}">
                <a16:creationId xmlns:a16="http://schemas.microsoft.com/office/drawing/2014/main" id="{C8C4D8D6-72F2-1EEF-D3E1-4AA31FCCB0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B199F6-514A-C351-329A-D9C2F21EE06D}"/>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526222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72542-C755-3E2E-B335-1F4679E80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41C922-69FE-663D-70D8-5F8956C730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2459C5-FE15-C5CF-9BA3-9690717CC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83FA6-5E74-E138-DBFD-C448069EEFC3}"/>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6" name="Footer Placeholder 5">
            <a:extLst>
              <a:ext uri="{FF2B5EF4-FFF2-40B4-BE49-F238E27FC236}">
                <a16:creationId xmlns:a16="http://schemas.microsoft.com/office/drawing/2014/main" id="{9A76C0A5-B41B-90EA-C7B1-5A04E13DE5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28FB1-E2A6-33C6-112B-D48EA06F9FE7}"/>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306524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EA06-CBB1-D939-240F-3913D52D2E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94EEA9-A272-48D3-D394-F4239A6A37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F661C9-054E-66E6-14D7-92EBC257D404}"/>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9D443986-DAA8-894F-3F31-145D34FDFD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9BD0D2-F5FB-0954-7667-826B188F4AD8}"/>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4219841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7D1E53-9ED0-DC46-CF2F-F091C85041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72DF8C-DD9C-EDC3-6B6B-D0B331E8CD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47E5D0-F532-498F-FA8B-206E9035D452}"/>
              </a:ext>
            </a:extLst>
          </p:cNvPr>
          <p:cNvSpPr>
            <a:spLocks noGrp="1"/>
          </p:cNvSpPr>
          <p:nvPr>
            <p:ph type="dt" sz="half" idx="10"/>
          </p:nvPr>
        </p:nvSpPr>
        <p:spPr/>
        <p:txBody>
          <a:body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084DD390-8ED1-EE6F-0B72-11DA3BFC91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C98969-5471-7557-A7CC-54589F97713F}"/>
              </a:ext>
            </a:extLst>
          </p:cNvPr>
          <p:cNvSpPr>
            <a:spLocks noGrp="1"/>
          </p:cNvSpPr>
          <p:nvPr>
            <p:ph type="sldNum" sz="quarter" idx="12"/>
          </p:nvPr>
        </p:nvSpPr>
        <p:spPr/>
        <p:txBody>
          <a:bodyPr/>
          <a:lstStyle/>
          <a:p>
            <a:fld id="{00F13203-A08F-4F84-A9D7-5231BBC60E96}" type="slidenum">
              <a:rPr lang="en-IN" smtClean="0"/>
              <a:t>‹#›</a:t>
            </a:fld>
            <a:endParaRPr lang="en-IN"/>
          </a:p>
        </p:txBody>
      </p:sp>
    </p:spTree>
    <p:extLst>
      <p:ext uri="{BB962C8B-B14F-4D97-AF65-F5344CB8AC3E}">
        <p14:creationId xmlns:p14="http://schemas.microsoft.com/office/powerpoint/2010/main" val="3802680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9F168A-5C4B-A851-CB7E-97BD3C0E1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06548C-748A-184A-1955-063BDA9FEF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BA1044-DB48-BF3D-25D5-355EEE56A7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F6BE61-88A7-4F37-80FD-92EF712C3B48}" type="datetimeFigureOut">
              <a:rPr lang="en-IN" smtClean="0"/>
              <a:t>10-07-2026</a:t>
            </a:fld>
            <a:endParaRPr lang="en-IN"/>
          </a:p>
        </p:txBody>
      </p:sp>
      <p:sp>
        <p:nvSpPr>
          <p:cNvPr id="5" name="Footer Placeholder 4">
            <a:extLst>
              <a:ext uri="{FF2B5EF4-FFF2-40B4-BE49-F238E27FC236}">
                <a16:creationId xmlns:a16="http://schemas.microsoft.com/office/drawing/2014/main" id="{6546E45B-88E5-8D3B-B4AC-0165CBEBE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D9075E-B757-871A-AE2A-5F60B60E4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F13203-A08F-4F84-A9D7-5231BBC60E96}" type="slidenum">
              <a:rPr lang="en-IN" smtClean="0"/>
              <a:t>‹#›</a:t>
            </a:fld>
            <a:endParaRPr lang="en-IN"/>
          </a:p>
        </p:txBody>
      </p:sp>
    </p:spTree>
    <p:extLst>
      <p:ext uri="{BB962C8B-B14F-4D97-AF65-F5344CB8AC3E}">
        <p14:creationId xmlns:p14="http://schemas.microsoft.com/office/powerpoint/2010/main" val="1665758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BFEB-8B6B-2A39-DEE2-370A1FBF6FF0}"/>
              </a:ext>
            </a:extLst>
          </p:cNvPr>
          <p:cNvSpPr>
            <a:spLocks noGrp="1"/>
          </p:cNvSpPr>
          <p:nvPr>
            <p:ph type="ctrTitle"/>
          </p:nvPr>
        </p:nvSpPr>
        <p:spPr/>
        <p:txBody>
          <a:bodyPr/>
          <a:lstStyle/>
          <a:p>
            <a:r>
              <a:rPr lang="en-US" dirty="0"/>
              <a:t>CLIPMIND AI</a:t>
            </a:r>
            <a:endParaRPr lang="en-IN" dirty="0"/>
          </a:p>
        </p:txBody>
      </p:sp>
      <p:sp>
        <p:nvSpPr>
          <p:cNvPr id="3" name="Subtitle 2">
            <a:extLst>
              <a:ext uri="{FF2B5EF4-FFF2-40B4-BE49-F238E27FC236}">
                <a16:creationId xmlns:a16="http://schemas.microsoft.com/office/drawing/2014/main" id="{4DEDA1AD-9A14-321B-AA51-99EB2822CC54}"/>
              </a:ext>
            </a:extLst>
          </p:cNvPr>
          <p:cNvSpPr>
            <a:spLocks noGrp="1"/>
          </p:cNvSpPr>
          <p:nvPr>
            <p:ph type="subTitle" idx="1"/>
          </p:nvPr>
        </p:nvSpPr>
        <p:spPr/>
        <p:txBody>
          <a:bodyPr>
            <a:normAutofit/>
          </a:bodyPr>
          <a:lstStyle/>
          <a:p>
            <a:r>
              <a:rPr lang="en-IN" sz="3600" dirty="0"/>
              <a:t>AI Video Summarization &amp; Key Moments Detection Platform</a:t>
            </a:r>
          </a:p>
        </p:txBody>
      </p:sp>
    </p:spTree>
    <p:extLst>
      <p:ext uri="{BB962C8B-B14F-4D97-AF65-F5344CB8AC3E}">
        <p14:creationId xmlns:p14="http://schemas.microsoft.com/office/powerpoint/2010/main" val="3569754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31D86A-3D04-7048-FE6D-A7046D4E7E4F}"/>
              </a:ext>
            </a:extLst>
          </p:cNvPr>
          <p:cNvSpPr txBox="1"/>
          <p:nvPr/>
        </p:nvSpPr>
        <p:spPr>
          <a:xfrm>
            <a:off x="816077" y="412231"/>
            <a:ext cx="8308258" cy="6049605"/>
          </a:xfrm>
          <a:prstGeom prst="rect">
            <a:avLst/>
          </a:prstGeom>
          <a:noFill/>
        </p:spPr>
        <p:txBody>
          <a:bodyPr wrap="square">
            <a:spAutoFit/>
          </a:bodyPr>
          <a:lstStyle/>
          <a:p>
            <a:pPr>
              <a:lnSpc>
                <a:spcPct val="150000"/>
              </a:lnSpc>
              <a:buNone/>
            </a:pPr>
            <a:r>
              <a:rPr lang="en-IN" sz="2000" b="1" dirty="0"/>
              <a:t>Problem Statement</a:t>
            </a:r>
            <a:endParaRPr lang="en-IN" sz="2000" dirty="0"/>
          </a:p>
          <a:p>
            <a:pPr>
              <a:lnSpc>
                <a:spcPct val="150000"/>
              </a:lnSpc>
              <a:buFont typeface="Arial" panose="020B0604020202020204" pitchFamily="34" charset="0"/>
              <a:buChar char="•"/>
            </a:pPr>
            <a:r>
              <a:rPr lang="en-IN" sz="2000" dirty="0"/>
              <a:t>Long videos consume more time. </a:t>
            </a:r>
          </a:p>
          <a:p>
            <a:pPr>
              <a:lnSpc>
                <a:spcPct val="150000"/>
              </a:lnSpc>
              <a:buFont typeface="Arial" panose="020B0604020202020204" pitchFamily="34" charset="0"/>
              <a:buChar char="•"/>
            </a:pPr>
            <a:r>
              <a:rPr lang="en-IN" sz="2000" dirty="0"/>
              <a:t>Users cannot quickly understand </a:t>
            </a:r>
          </a:p>
          <a:p>
            <a:pPr>
              <a:lnSpc>
                <a:spcPct val="150000"/>
              </a:lnSpc>
            </a:pPr>
            <a:r>
              <a:rPr lang="en-IN" sz="2000" dirty="0"/>
              <a:t>  video content. </a:t>
            </a:r>
          </a:p>
          <a:p>
            <a:pPr>
              <a:lnSpc>
                <a:spcPct val="150000"/>
              </a:lnSpc>
              <a:buFont typeface="Arial" panose="020B0604020202020204" pitchFamily="34" charset="0"/>
              <a:buChar char="•"/>
            </a:pPr>
            <a:r>
              <a:rPr lang="en-IN" sz="2000" dirty="0"/>
              <a:t>Manual note-taking is difficult. </a:t>
            </a:r>
          </a:p>
          <a:p>
            <a:pPr>
              <a:lnSpc>
                <a:spcPct val="150000"/>
              </a:lnSpc>
              <a:buFont typeface="Arial" panose="020B0604020202020204" pitchFamily="34" charset="0"/>
              <a:buChar char="•"/>
            </a:pPr>
            <a:endParaRPr lang="en-IN" sz="2000" dirty="0"/>
          </a:p>
          <a:p>
            <a:pPr>
              <a:lnSpc>
                <a:spcPct val="150000"/>
              </a:lnSpc>
              <a:buNone/>
            </a:pPr>
            <a:r>
              <a:rPr lang="en-IN" sz="2000" b="1" dirty="0"/>
              <a:t>Solution</a:t>
            </a:r>
            <a:endParaRPr lang="en-IN" sz="2000" dirty="0"/>
          </a:p>
          <a:p>
            <a:pPr>
              <a:lnSpc>
                <a:spcPct val="150000"/>
              </a:lnSpc>
              <a:buFont typeface="Arial" panose="020B0604020202020204" pitchFamily="34" charset="0"/>
              <a:buChar char="•"/>
            </a:pPr>
            <a:r>
              <a:rPr lang="en-IN" sz="2000" dirty="0"/>
              <a:t>Upload video </a:t>
            </a:r>
          </a:p>
          <a:p>
            <a:pPr>
              <a:lnSpc>
                <a:spcPct val="150000"/>
              </a:lnSpc>
              <a:buFont typeface="Arial" panose="020B0604020202020204" pitchFamily="34" charset="0"/>
              <a:buChar char="•"/>
            </a:pPr>
            <a:r>
              <a:rPr lang="en-IN" sz="2000" dirty="0"/>
              <a:t>Generate transcript </a:t>
            </a:r>
          </a:p>
          <a:p>
            <a:pPr>
              <a:lnSpc>
                <a:spcPct val="150000"/>
              </a:lnSpc>
              <a:buFont typeface="Arial" panose="020B0604020202020204" pitchFamily="34" charset="0"/>
              <a:buChar char="•"/>
            </a:pPr>
            <a:r>
              <a:rPr lang="en-IN" sz="2000" dirty="0"/>
              <a:t>AI summary </a:t>
            </a:r>
          </a:p>
          <a:p>
            <a:pPr>
              <a:lnSpc>
                <a:spcPct val="150000"/>
              </a:lnSpc>
              <a:buFont typeface="Arial" panose="020B0604020202020204" pitchFamily="34" charset="0"/>
              <a:buChar char="•"/>
            </a:pPr>
            <a:r>
              <a:rPr lang="en-IN" sz="2000" dirty="0"/>
              <a:t>Key moments </a:t>
            </a:r>
          </a:p>
          <a:p>
            <a:pPr>
              <a:lnSpc>
                <a:spcPct val="150000"/>
              </a:lnSpc>
              <a:buFont typeface="Arial" panose="020B0604020202020204" pitchFamily="34" charset="0"/>
              <a:buChar char="•"/>
            </a:pPr>
            <a:r>
              <a:rPr lang="en-IN" sz="2000" dirty="0"/>
              <a:t>Quiz generation </a:t>
            </a:r>
          </a:p>
          <a:p>
            <a:pPr>
              <a:lnSpc>
                <a:spcPct val="150000"/>
              </a:lnSpc>
              <a:buFont typeface="Arial" panose="020B0604020202020204" pitchFamily="34" charset="0"/>
              <a:buChar char="•"/>
            </a:pPr>
            <a:r>
              <a:rPr lang="en-IN" sz="2000" dirty="0"/>
              <a:t>Analytics Dashboard</a:t>
            </a:r>
          </a:p>
        </p:txBody>
      </p:sp>
      <p:sp>
        <p:nvSpPr>
          <p:cNvPr id="4" name="Rectangle: Rounded Corners 3">
            <a:extLst>
              <a:ext uri="{FF2B5EF4-FFF2-40B4-BE49-F238E27FC236}">
                <a16:creationId xmlns:a16="http://schemas.microsoft.com/office/drawing/2014/main" id="{DD2402FB-962F-28BE-7254-8348138A9E66}"/>
              </a:ext>
            </a:extLst>
          </p:cNvPr>
          <p:cNvSpPr/>
          <p:nvPr/>
        </p:nvSpPr>
        <p:spPr>
          <a:xfrm>
            <a:off x="8126355" y="78920"/>
            <a:ext cx="1720643" cy="4533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a:t>
            </a:r>
            <a:endParaRPr lang="en-IN" dirty="0"/>
          </a:p>
        </p:txBody>
      </p:sp>
      <p:sp>
        <p:nvSpPr>
          <p:cNvPr id="5" name="Arrow: Down 4">
            <a:extLst>
              <a:ext uri="{FF2B5EF4-FFF2-40B4-BE49-F238E27FC236}">
                <a16:creationId xmlns:a16="http://schemas.microsoft.com/office/drawing/2014/main" id="{DCA1AEEB-7B6D-8C27-B834-68CC6B3A228A}"/>
              </a:ext>
            </a:extLst>
          </p:cNvPr>
          <p:cNvSpPr/>
          <p:nvPr/>
        </p:nvSpPr>
        <p:spPr>
          <a:xfrm>
            <a:off x="8868687" y="568846"/>
            <a:ext cx="157316" cy="373626"/>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BC0242C0-4722-08DA-FD83-658AFA3655B6}"/>
              </a:ext>
            </a:extLst>
          </p:cNvPr>
          <p:cNvSpPr/>
          <p:nvPr/>
        </p:nvSpPr>
        <p:spPr>
          <a:xfrm>
            <a:off x="7325024" y="944969"/>
            <a:ext cx="3323303" cy="6112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React.js Frontend</a:t>
            </a:r>
            <a:br>
              <a:rPr lang="en-US" dirty="0"/>
            </a:br>
            <a:r>
              <a:rPr lang="en-US" dirty="0"/>
              <a:t>(User Interface)</a:t>
            </a:r>
            <a:endParaRPr lang="en-IN" dirty="0"/>
          </a:p>
        </p:txBody>
      </p:sp>
      <p:sp>
        <p:nvSpPr>
          <p:cNvPr id="8" name="Arrow: Down 7">
            <a:extLst>
              <a:ext uri="{FF2B5EF4-FFF2-40B4-BE49-F238E27FC236}">
                <a16:creationId xmlns:a16="http://schemas.microsoft.com/office/drawing/2014/main" id="{634DD87C-33A5-8CE5-C007-2570FA641EE2}"/>
              </a:ext>
            </a:extLst>
          </p:cNvPr>
          <p:cNvSpPr/>
          <p:nvPr/>
        </p:nvSpPr>
        <p:spPr>
          <a:xfrm>
            <a:off x="8829359" y="1602055"/>
            <a:ext cx="157316" cy="373626"/>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FF1330A4-8AEC-E405-AD47-58E308DF1FF0}"/>
              </a:ext>
            </a:extLst>
          </p:cNvPr>
          <p:cNvSpPr/>
          <p:nvPr/>
        </p:nvSpPr>
        <p:spPr>
          <a:xfrm>
            <a:off x="7325023" y="2005899"/>
            <a:ext cx="3323303" cy="6112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Fast API backend</a:t>
            </a:r>
          </a:p>
          <a:p>
            <a:pPr algn="ctr"/>
            <a:r>
              <a:rPr lang="en-US" dirty="0"/>
              <a:t>(Business Logic)</a:t>
            </a:r>
            <a:endParaRPr lang="en-IN" dirty="0"/>
          </a:p>
        </p:txBody>
      </p:sp>
      <p:sp>
        <p:nvSpPr>
          <p:cNvPr id="10" name="Arrow: Down 9">
            <a:extLst>
              <a:ext uri="{FF2B5EF4-FFF2-40B4-BE49-F238E27FC236}">
                <a16:creationId xmlns:a16="http://schemas.microsoft.com/office/drawing/2014/main" id="{2731C542-392D-A8EB-B5A5-0A351C1C1E68}"/>
              </a:ext>
            </a:extLst>
          </p:cNvPr>
          <p:cNvSpPr/>
          <p:nvPr/>
        </p:nvSpPr>
        <p:spPr>
          <a:xfrm>
            <a:off x="8819526" y="2668873"/>
            <a:ext cx="157316" cy="373626"/>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2" name="Arrow: Bent 11">
            <a:extLst>
              <a:ext uri="{FF2B5EF4-FFF2-40B4-BE49-F238E27FC236}">
                <a16:creationId xmlns:a16="http://schemas.microsoft.com/office/drawing/2014/main" id="{7E2358F3-2A33-B7EB-0A5D-F1F692EE691B}"/>
              </a:ext>
            </a:extLst>
          </p:cNvPr>
          <p:cNvSpPr/>
          <p:nvPr/>
        </p:nvSpPr>
        <p:spPr>
          <a:xfrm rot="5400000">
            <a:off x="9839717" y="1921119"/>
            <a:ext cx="280033" cy="2040204"/>
          </a:xfrm>
          <a:prstGeom prst="ben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sp>
        <p:nvSpPr>
          <p:cNvPr id="13" name="Arrow: Bent 12">
            <a:extLst>
              <a:ext uri="{FF2B5EF4-FFF2-40B4-BE49-F238E27FC236}">
                <a16:creationId xmlns:a16="http://schemas.microsoft.com/office/drawing/2014/main" id="{60288532-E1F0-3909-F79D-43BA7E1E49E7}"/>
              </a:ext>
            </a:extLst>
          </p:cNvPr>
          <p:cNvSpPr/>
          <p:nvPr/>
        </p:nvSpPr>
        <p:spPr>
          <a:xfrm rot="16200000" flipH="1">
            <a:off x="7681425" y="1933507"/>
            <a:ext cx="280226" cy="2015621"/>
          </a:xfrm>
          <a:prstGeom prst="ben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sp>
        <p:nvSpPr>
          <p:cNvPr id="14" name="Rectangle: Rounded Corners 13">
            <a:extLst>
              <a:ext uri="{FF2B5EF4-FFF2-40B4-BE49-F238E27FC236}">
                <a16:creationId xmlns:a16="http://schemas.microsoft.com/office/drawing/2014/main" id="{67982160-F850-6495-7A01-72896CD69DDA}"/>
              </a:ext>
            </a:extLst>
          </p:cNvPr>
          <p:cNvSpPr/>
          <p:nvPr/>
        </p:nvSpPr>
        <p:spPr>
          <a:xfrm>
            <a:off x="6189394" y="3100585"/>
            <a:ext cx="1563327" cy="861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PostgreSQL/MongoDB</a:t>
            </a:r>
          </a:p>
          <a:p>
            <a:pPr algn="ctr"/>
            <a:r>
              <a:rPr lang="en-US" dirty="0"/>
              <a:t>Database</a:t>
            </a:r>
            <a:endParaRPr lang="en-IN" dirty="0"/>
          </a:p>
        </p:txBody>
      </p:sp>
      <p:sp>
        <p:nvSpPr>
          <p:cNvPr id="15" name="Rectangle: Rounded Corners 14">
            <a:extLst>
              <a:ext uri="{FF2B5EF4-FFF2-40B4-BE49-F238E27FC236}">
                <a16:creationId xmlns:a16="http://schemas.microsoft.com/office/drawing/2014/main" id="{42B17C49-35D9-8FA3-F49F-F19DF8870E12}"/>
              </a:ext>
            </a:extLst>
          </p:cNvPr>
          <p:cNvSpPr/>
          <p:nvPr/>
        </p:nvSpPr>
        <p:spPr>
          <a:xfrm>
            <a:off x="8195178" y="3093674"/>
            <a:ext cx="1563327" cy="861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AI Models</a:t>
            </a:r>
          </a:p>
          <a:p>
            <a:pPr algn="ctr"/>
            <a:r>
              <a:rPr lang="en-US" dirty="0"/>
              <a:t>Whisper</a:t>
            </a:r>
          </a:p>
          <a:p>
            <a:pPr algn="ctr"/>
            <a:r>
              <a:rPr lang="en-US" dirty="0"/>
              <a:t>BART, T5</a:t>
            </a:r>
            <a:endParaRPr lang="en-IN" dirty="0"/>
          </a:p>
        </p:txBody>
      </p:sp>
      <p:sp>
        <p:nvSpPr>
          <p:cNvPr id="16" name="Rectangle: Rounded Corners 15">
            <a:extLst>
              <a:ext uri="{FF2B5EF4-FFF2-40B4-BE49-F238E27FC236}">
                <a16:creationId xmlns:a16="http://schemas.microsoft.com/office/drawing/2014/main" id="{94ADDC8C-7E58-21C7-FC8E-BC0651B3FAA7}"/>
              </a:ext>
            </a:extLst>
          </p:cNvPr>
          <p:cNvSpPr/>
          <p:nvPr/>
        </p:nvSpPr>
        <p:spPr>
          <a:xfrm>
            <a:off x="10200962" y="3081236"/>
            <a:ext cx="1563335" cy="861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File storage</a:t>
            </a:r>
            <a:br>
              <a:rPr lang="en-US" dirty="0"/>
            </a:br>
            <a:r>
              <a:rPr lang="en-US" dirty="0"/>
              <a:t>(Uploaded videos)</a:t>
            </a:r>
            <a:endParaRPr lang="en-IN" dirty="0"/>
          </a:p>
        </p:txBody>
      </p:sp>
      <p:sp>
        <p:nvSpPr>
          <p:cNvPr id="17" name="Arrow: Down 16">
            <a:extLst>
              <a:ext uri="{FF2B5EF4-FFF2-40B4-BE49-F238E27FC236}">
                <a16:creationId xmlns:a16="http://schemas.microsoft.com/office/drawing/2014/main" id="{45207FB9-B3E1-B942-34C1-235DE6EFAA73}"/>
              </a:ext>
            </a:extLst>
          </p:cNvPr>
          <p:cNvSpPr/>
          <p:nvPr/>
        </p:nvSpPr>
        <p:spPr>
          <a:xfrm>
            <a:off x="8829359" y="4007635"/>
            <a:ext cx="157328" cy="367217"/>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8" name="Rectangle: Rounded Corners 17">
            <a:extLst>
              <a:ext uri="{FF2B5EF4-FFF2-40B4-BE49-F238E27FC236}">
                <a16:creationId xmlns:a16="http://schemas.microsoft.com/office/drawing/2014/main" id="{516712AF-2608-CF69-92EB-753BBA0C4A62}"/>
              </a:ext>
            </a:extLst>
          </p:cNvPr>
          <p:cNvSpPr/>
          <p:nvPr/>
        </p:nvSpPr>
        <p:spPr>
          <a:xfrm>
            <a:off x="7452839" y="4426027"/>
            <a:ext cx="3028335" cy="9672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Results, Transcript, Summary, Key Moments</a:t>
            </a:r>
            <a:endParaRPr lang="en-IN" dirty="0"/>
          </a:p>
        </p:txBody>
      </p:sp>
      <p:sp>
        <p:nvSpPr>
          <p:cNvPr id="19" name="Arrow: Down 18">
            <a:extLst>
              <a:ext uri="{FF2B5EF4-FFF2-40B4-BE49-F238E27FC236}">
                <a16:creationId xmlns:a16="http://schemas.microsoft.com/office/drawing/2014/main" id="{94BAFB6A-B675-2518-D453-F91E4C1EE758}"/>
              </a:ext>
            </a:extLst>
          </p:cNvPr>
          <p:cNvSpPr/>
          <p:nvPr/>
        </p:nvSpPr>
        <p:spPr>
          <a:xfrm>
            <a:off x="8868677" y="5471171"/>
            <a:ext cx="157328" cy="367217"/>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0" name="Rectangle: Rounded Corners 19">
            <a:extLst>
              <a:ext uri="{FF2B5EF4-FFF2-40B4-BE49-F238E27FC236}">
                <a16:creationId xmlns:a16="http://schemas.microsoft.com/office/drawing/2014/main" id="{15873A48-EDEA-BFC0-8E18-3BED4B954B0D}"/>
              </a:ext>
            </a:extLst>
          </p:cNvPr>
          <p:cNvSpPr/>
          <p:nvPr/>
        </p:nvSpPr>
        <p:spPr>
          <a:xfrm>
            <a:off x="8205010" y="5913031"/>
            <a:ext cx="1563327" cy="861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Analytics Dashboard</a:t>
            </a:r>
            <a:endParaRPr lang="en-IN" dirty="0"/>
          </a:p>
        </p:txBody>
      </p:sp>
    </p:spTree>
    <p:extLst>
      <p:ext uri="{BB962C8B-B14F-4D97-AF65-F5344CB8AC3E}">
        <p14:creationId xmlns:p14="http://schemas.microsoft.com/office/powerpoint/2010/main" val="2104653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A93B53-BBA4-0E71-CBFD-D823BB12A51B}"/>
              </a:ext>
            </a:extLst>
          </p:cNvPr>
          <p:cNvSpPr txBox="1"/>
          <p:nvPr/>
        </p:nvSpPr>
        <p:spPr>
          <a:xfrm>
            <a:off x="373626" y="353961"/>
            <a:ext cx="11277600" cy="6146363"/>
          </a:xfrm>
          <a:prstGeom prst="rect">
            <a:avLst/>
          </a:prstGeom>
          <a:noFill/>
        </p:spPr>
        <p:txBody>
          <a:bodyPr wrap="square">
            <a:spAutoFit/>
          </a:bodyPr>
          <a:lstStyle/>
          <a:p>
            <a:pPr>
              <a:lnSpc>
                <a:spcPct val="150000"/>
              </a:lnSpc>
              <a:buNone/>
            </a:pPr>
            <a:r>
              <a:rPr lang="en-IN" sz="2400" b="1" dirty="0"/>
              <a:t>Objectives:</a:t>
            </a:r>
            <a:endParaRPr lang="en-IN" sz="2400" dirty="0"/>
          </a:p>
          <a:p>
            <a:pPr>
              <a:lnSpc>
                <a:spcPct val="150000"/>
              </a:lnSpc>
              <a:buNone/>
            </a:pPr>
            <a:r>
              <a:rPr lang="en-IN" dirty="0"/>
              <a:t>The main objective of the </a:t>
            </a:r>
            <a:r>
              <a:rPr lang="en-IN" b="1" dirty="0" err="1"/>
              <a:t>ClipMind</a:t>
            </a:r>
            <a:r>
              <a:rPr lang="en-IN" b="1" dirty="0"/>
              <a:t> AI</a:t>
            </a:r>
            <a:r>
              <a:rPr lang="en-IN" dirty="0"/>
              <a:t> project is to develop an intelligent video analysis platform that enables users to securely upload videos, automatically convert speech into text using AI-powered transcription, generate concise summaries, extract important key moments, create quizzes from the video content, and provide an analytics dashboard to monitor uploaded videos and user activity, making video content easier to understand and manage.</a:t>
            </a:r>
          </a:p>
          <a:p>
            <a:pPr>
              <a:lnSpc>
                <a:spcPct val="150000"/>
              </a:lnSpc>
              <a:buNone/>
            </a:pPr>
            <a:endParaRPr lang="en-IN" dirty="0"/>
          </a:p>
          <a:p>
            <a:pPr>
              <a:lnSpc>
                <a:spcPct val="150000"/>
              </a:lnSpc>
            </a:pPr>
            <a:r>
              <a:rPr lang="en-IN" sz="2400" b="1" dirty="0"/>
              <a:t>Technologies Used:</a:t>
            </a:r>
            <a:endParaRPr lang="en-IN" sz="2400" dirty="0"/>
          </a:p>
          <a:p>
            <a:pPr>
              <a:lnSpc>
                <a:spcPct val="150000"/>
              </a:lnSpc>
            </a:pPr>
            <a:r>
              <a:rPr lang="en-IN" dirty="0"/>
              <a:t>The </a:t>
            </a:r>
            <a:r>
              <a:rPr lang="en-IN" b="1" dirty="0" err="1"/>
              <a:t>ClipMind</a:t>
            </a:r>
            <a:r>
              <a:rPr lang="en-IN" b="1" dirty="0"/>
              <a:t> AI</a:t>
            </a:r>
            <a:r>
              <a:rPr lang="en-IN" dirty="0"/>
              <a:t> project is developed using </a:t>
            </a:r>
            <a:r>
              <a:rPr lang="en-IN" b="1" dirty="0"/>
              <a:t>React.js</a:t>
            </a:r>
            <a:r>
              <a:rPr lang="en-IN" dirty="0"/>
              <a:t> for building the interactive frontend and </a:t>
            </a:r>
            <a:r>
              <a:rPr lang="en-IN" b="1" dirty="0" err="1"/>
              <a:t>FastAPI</a:t>
            </a:r>
            <a:r>
              <a:rPr lang="en-IN" dirty="0"/>
              <a:t> with </a:t>
            </a:r>
            <a:r>
              <a:rPr lang="en-IN" b="1" dirty="0"/>
              <a:t>Python</a:t>
            </a:r>
            <a:r>
              <a:rPr lang="en-IN" dirty="0"/>
              <a:t> for the backend APIs. </a:t>
            </a:r>
            <a:r>
              <a:rPr lang="en-IN" b="1" dirty="0"/>
              <a:t>OpenAI Whisper</a:t>
            </a:r>
            <a:r>
              <a:rPr lang="en-IN" dirty="0"/>
              <a:t> is used to convert speech from videos into accurate text transcripts, while </a:t>
            </a:r>
            <a:r>
              <a:rPr lang="en-IN" b="1" dirty="0" err="1"/>
              <a:t>Ollama</a:t>
            </a:r>
            <a:r>
              <a:rPr lang="en-IN" b="1" dirty="0"/>
              <a:t> (Llama 3.2)</a:t>
            </a:r>
            <a:r>
              <a:rPr lang="en-IN" dirty="0"/>
              <a:t> is utilized to generate AI-powered summaries, key moments, and quizzes. </a:t>
            </a:r>
            <a:r>
              <a:rPr lang="en-IN" b="1" dirty="0"/>
              <a:t>SQLite</a:t>
            </a:r>
            <a:r>
              <a:rPr lang="en-IN" dirty="0"/>
              <a:t> serves as the database for storing user and video information, and </a:t>
            </a:r>
            <a:r>
              <a:rPr lang="en-IN" b="1" dirty="0" err="1"/>
              <a:t>SQLAlchemy</a:t>
            </a:r>
            <a:r>
              <a:rPr lang="en-IN" dirty="0"/>
              <a:t> is used as the Object Relational Mapper (ORM) to efficiently manage database operations.</a:t>
            </a:r>
          </a:p>
          <a:p>
            <a:pPr>
              <a:lnSpc>
                <a:spcPct val="150000"/>
              </a:lnSpc>
              <a:buNone/>
            </a:pPr>
            <a:endParaRPr lang="en-IN" dirty="0"/>
          </a:p>
        </p:txBody>
      </p:sp>
    </p:spTree>
    <p:extLst>
      <p:ext uri="{BB962C8B-B14F-4D97-AF65-F5344CB8AC3E}">
        <p14:creationId xmlns:p14="http://schemas.microsoft.com/office/powerpoint/2010/main" val="2942937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75D30F-FD74-8175-3A16-636045853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7354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7188D-8ECF-E7FF-BE63-84E7435509E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4408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27B51B-0016-6807-3E72-070F102B5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1445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B7F9FC-58A8-36BA-6B6A-06EBF9A0204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98803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A4D7BB-EB14-0640-845E-5ECF2C4C4A8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39503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378C62-67E7-5560-22C0-1AD7E6D2156D}"/>
              </a:ext>
            </a:extLst>
          </p:cNvPr>
          <p:cNvPicPr>
            <a:picLocks noChangeAspect="1"/>
          </p:cNvPicPr>
          <p:nvPr/>
        </p:nvPicPr>
        <p:blipFill>
          <a:blip r:embed="rId2"/>
          <a:stretch>
            <a:fillRect/>
          </a:stretch>
        </p:blipFill>
        <p:spPr>
          <a:xfrm>
            <a:off x="1" y="0"/>
            <a:ext cx="5810864" cy="3175819"/>
          </a:xfrm>
          <a:prstGeom prst="rect">
            <a:avLst/>
          </a:prstGeom>
        </p:spPr>
      </p:pic>
      <p:pic>
        <p:nvPicPr>
          <p:cNvPr id="5" name="Picture 4">
            <a:extLst>
              <a:ext uri="{FF2B5EF4-FFF2-40B4-BE49-F238E27FC236}">
                <a16:creationId xmlns:a16="http://schemas.microsoft.com/office/drawing/2014/main" id="{9ED9B5E4-190A-3373-92B0-B2B199A3EF8B}"/>
              </a:ext>
            </a:extLst>
          </p:cNvPr>
          <p:cNvPicPr>
            <a:picLocks noChangeAspect="1"/>
          </p:cNvPicPr>
          <p:nvPr/>
        </p:nvPicPr>
        <p:blipFill>
          <a:blip r:embed="rId3"/>
          <a:stretch>
            <a:fillRect/>
          </a:stretch>
        </p:blipFill>
        <p:spPr>
          <a:xfrm>
            <a:off x="6292646" y="0"/>
            <a:ext cx="5899354" cy="3175818"/>
          </a:xfrm>
          <a:prstGeom prst="rect">
            <a:avLst/>
          </a:prstGeom>
        </p:spPr>
      </p:pic>
      <p:pic>
        <p:nvPicPr>
          <p:cNvPr id="7" name="Picture 6">
            <a:extLst>
              <a:ext uri="{FF2B5EF4-FFF2-40B4-BE49-F238E27FC236}">
                <a16:creationId xmlns:a16="http://schemas.microsoft.com/office/drawing/2014/main" id="{019C288A-53E9-FF10-52D9-428689D1F64C}"/>
              </a:ext>
            </a:extLst>
          </p:cNvPr>
          <p:cNvPicPr>
            <a:picLocks noChangeAspect="1"/>
          </p:cNvPicPr>
          <p:nvPr/>
        </p:nvPicPr>
        <p:blipFill>
          <a:blip r:embed="rId4"/>
          <a:stretch>
            <a:fillRect/>
          </a:stretch>
        </p:blipFill>
        <p:spPr>
          <a:xfrm>
            <a:off x="3190568" y="3589389"/>
            <a:ext cx="5810864" cy="3268611"/>
          </a:xfrm>
          <a:prstGeom prst="rect">
            <a:avLst/>
          </a:prstGeom>
        </p:spPr>
      </p:pic>
    </p:spTree>
    <p:extLst>
      <p:ext uri="{BB962C8B-B14F-4D97-AF65-F5344CB8AC3E}">
        <p14:creationId xmlns:p14="http://schemas.microsoft.com/office/powerpoint/2010/main" val="371669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763253-364C-51C0-1061-196F761D52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pic>
        <p:nvPicPr>
          <p:cNvPr id="5" name="Picture 4">
            <a:extLst>
              <a:ext uri="{FF2B5EF4-FFF2-40B4-BE49-F238E27FC236}">
                <a16:creationId xmlns:a16="http://schemas.microsoft.com/office/drawing/2014/main" id="{68151727-814E-2616-2E0A-3AA32EF37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096000" cy="6858000"/>
          </a:xfrm>
          <a:prstGeom prst="rect">
            <a:avLst/>
          </a:prstGeom>
        </p:spPr>
      </p:pic>
    </p:spTree>
    <p:extLst>
      <p:ext uri="{BB962C8B-B14F-4D97-AF65-F5344CB8AC3E}">
        <p14:creationId xmlns:p14="http://schemas.microsoft.com/office/powerpoint/2010/main" val="40014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D3357D-DEBB-BEDD-F523-3EB756C47AA7}"/>
              </a:ext>
            </a:extLst>
          </p:cNvPr>
          <p:cNvSpPr txBox="1"/>
          <p:nvPr/>
        </p:nvSpPr>
        <p:spPr>
          <a:xfrm>
            <a:off x="255639" y="353961"/>
            <a:ext cx="8967019" cy="523220"/>
          </a:xfrm>
          <a:prstGeom prst="rect">
            <a:avLst/>
          </a:prstGeom>
          <a:noFill/>
        </p:spPr>
        <p:txBody>
          <a:bodyPr wrap="square">
            <a:spAutoFit/>
          </a:bodyPr>
          <a:lstStyle/>
          <a:p>
            <a:r>
              <a:rPr lang="en-IN" sz="2800" b="1" dirty="0"/>
              <a:t>TECHNOLOGIES USED:</a:t>
            </a:r>
          </a:p>
        </p:txBody>
      </p:sp>
      <p:sp>
        <p:nvSpPr>
          <p:cNvPr id="4" name="Rectangle: Diagonal Corners Rounded 3">
            <a:extLst>
              <a:ext uri="{FF2B5EF4-FFF2-40B4-BE49-F238E27FC236}">
                <a16:creationId xmlns:a16="http://schemas.microsoft.com/office/drawing/2014/main" id="{3DA70C8D-3959-1F31-AC11-A2F4798C7C56}"/>
              </a:ext>
            </a:extLst>
          </p:cNvPr>
          <p:cNvSpPr/>
          <p:nvPr/>
        </p:nvSpPr>
        <p:spPr>
          <a:xfrm>
            <a:off x="501445" y="1138084"/>
            <a:ext cx="4473678" cy="2290916"/>
          </a:xfrm>
          <a:prstGeom prst="round2DiagRect">
            <a:avLst/>
          </a:prstGeom>
        </p:spPr>
        <p:style>
          <a:lnRef idx="2">
            <a:schemeClr val="accent5"/>
          </a:lnRef>
          <a:fillRef idx="1">
            <a:schemeClr val="lt1"/>
          </a:fillRef>
          <a:effectRef idx="0">
            <a:schemeClr val="accent5"/>
          </a:effectRef>
          <a:fontRef idx="minor">
            <a:schemeClr val="dk1"/>
          </a:fontRef>
        </p:style>
        <p:txBody>
          <a:bodyPr rtlCol="0" anchor="ctr"/>
          <a:lstStyle/>
          <a:p>
            <a:r>
              <a:rPr lang="en-IN"/>
              <a:t>Frontend</a:t>
            </a:r>
          </a:p>
          <a:p>
            <a:r>
              <a:rPr lang="en-IN"/>
              <a:t>• React.js</a:t>
            </a:r>
          </a:p>
          <a:p>
            <a:r>
              <a:rPr lang="en-IN"/>
              <a:t>• JavaScript</a:t>
            </a:r>
          </a:p>
          <a:p>
            <a:r>
              <a:rPr lang="en-IN"/>
              <a:t>• HTML</a:t>
            </a:r>
          </a:p>
          <a:p>
            <a:r>
              <a:rPr lang="en-IN"/>
              <a:t>• CSS</a:t>
            </a:r>
          </a:p>
          <a:p>
            <a:r>
              <a:rPr lang="en-IN"/>
              <a:t>• Axios</a:t>
            </a:r>
            <a:endParaRPr lang="en-IN" dirty="0"/>
          </a:p>
        </p:txBody>
      </p:sp>
      <p:sp>
        <p:nvSpPr>
          <p:cNvPr id="5" name="Rectangle: Diagonal Corners Rounded 4">
            <a:extLst>
              <a:ext uri="{FF2B5EF4-FFF2-40B4-BE49-F238E27FC236}">
                <a16:creationId xmlns:a16="http://schemas.microsoft.com/office/drawing/2014/main" id="{2D6C5B26-07C4-7713-5C9F-48557A2D22A8}"/>
              </a:ext>
            </a:extLst>
          </p:cNvPr>
          <p:cNvSpPr/>
          <p:nvPr/>
        </p:nvSpPr>
        <p:spPr>
          <a:xfrm>
            <a:off x="5928852" y="1138084"/>
            <a:ext cx="4552335" cy="2290916"/>
          </a:xfrm>
          <a:prstGeom prst="round2DiagRect">
            <a:avLst/>
          </a:prstGeom>
        </p:spPr>
        <p:style>
          <a:lnRef idx="2">
            <a:schemeClr val="accent5"/>
          </a:lnRef>
          <a:fillRef idx="1">
            <a:schemeClr val="lt1"/>
          </a:fillRef>
          <a:effectRef idx="0">
            <a:schemeClr val="accent5"/>
          </a:effectRef>
          <a:fontRef idx="minor">
            <a:schemeClr val="dk1"/>
          </a:fontRef>
        </p:style>
        <p:txBody>
          <a:bodyPr rtlCol="0" anchor="ctr"/>
          <a:lstStyle/>
          <a:p>
            <a:r>
              <a:rPr lang="en-IN" dirty="0"/>
              <a:t>Backend</a:t>
            </a:r>
          </a:p>
          <a:p>
            <a:r>
              <a:rPr lang="en-IN" dirty="0"/>
              <a:t>• </a:t>
            </a:r>
            <a:r>
              <a:rPr lang="en-IN" dirty="0" err="1"/>
              <a:t>FastAPI</a:t>
            </a:r>
            <a:endParaRPr lang="en-IN" dirty="0"/>
          </a:p>
          <a:p>
            <a:r>
              <a:rPr lang="en-IN" dirty="0"/>
              <a:t>• Python</a:t>
            </a:r>
          </a:p>
          <a:p>
            <a:r>
              <a:rPr lang="en-IN" dirty="0"/>
              <a:t>• </a:t>
            </a:r>
            <a:r>
              <a:rPr lang="en-IN" dirty="0" err="1"/>
              <a:t>SQLAlchemy</a:t>
            </a:r>
            <a:endParaRPr lang="en-IN" dirty="0"/>
          </a:p>
          <a:p>
            <a:r>
              <a:rPr lang="en-IN" dirty="0"/>
              <a:t>• </a:t>
            </a:r>
            <a:r>
              <a:rPr lang="en-IN" dirty="0" err="1"/>
              <a:t>Uvicorn</a:t>
            </a:r>
            <a:endParaRPr lang="en-IN" dirty="0"/>
          </a:p>
          <a:p>
            <a:endParaRPr lang="en-IN" dirty="0"/>
          </a:p>
        </p:txBody>
      </p:sp>
      <p:sp>
        <p:nvSpPr>
          <p:cNvPr id="6" name="Rectangle: Diagonal Corners Rounded 5">
            <a:extLst>
              <a:ext uri="{FF2B5EF4-FFF2-40B4-BE49-F238E27FC236}">
                <a16:creationId xmlns:a16="http://schemas.microsoft.com/office/drawing/2014/main" id="{6B096E86-4846-5079-E8C0-D7A222439654}"/>
              </a:ext>
            </a:extLst>
          </p:cNvPr>
          <p:cNvSpPr/>
          <p:nvPr/>
        </p:nvSpPr>
        <p:spPr>
          <a:xfrm>
            <a:off x="501444" y="4306529"/>
            <a:ext cx="4473677" cy="2290916"/>
          </a:xfrm>
          <a:prstGeom prst="round2DiagRect">
            <a:avLst/>
          </a:prstGeom>
        </p:spPr>
        <p:style>
          <a:lnRef idx="2">
            <a:schemeClr val="accent5"/>
          </a:lnRef>
          <a:fillRef idx="1">
            <a:schemeClr val="lt1"/>
          </a:fillRef>
          <a:effectRef idx="0">
            <a:schemeClr val="accent5"/>
          </a:effectRef>
          <a:fontRef idx="minor">
            <a:schemeClr val="dk1"/>
          </a:fontRef>
        </p:style>
        <p:txBody>
          <a:bodyPr rtlCol="0" anchor="ctr"/>
          <a:lstStyle/>
          <a:p>
            <a:r>
              <a:rPr lang="en-IN"/>
              <a:t>Database</a:t>
            </a:r>
          </a:p>
          <a:p>
            <a:r>
              <a:rPr lang="en-IN"/>
              <a:t>• PostgreSQL</a:t>
            </a:r>
            <a:endParaRPr lang="en-IN" dirty="0"/>
          </a:p>
        </p:txBody>
      </p:sp>
      <p:sp>
        <p:nvSpPr>
          <p:cNvPr id="7" name="Rectangle: Diagonal Corners Rounded 6">
            <a:extLst>
              <a:ext uri="{FF2B5EF4-FFF2-40B4-BE49-F238E27FC236}">
                <a16:creationId xmlns:a16="http://schemas.microsoft.com/office/drawing/2014/main" id="{371094C7-8BF8-5359-A8EB-036EBA980449}"/>
              </a:ext>
            </a:extLst>
          </p:cNvPr>
          <p:cNvSpPr/>
          <p:nvPr/>
        </p:nvSpPr>
        <p:spPr>
          <a:xfrm>
            <a:off x="5928852" y="4306529"/>
            <a:ext cx="4552335" cy="2290916"/>
          </a:xfrm>
          <a:prstGeom prst="round2DiagRect">
            <a:avLst/>
          </a:prstGeom>
        </p:spPr>
        <p:style>
          <a:lnRef idx="2">
            <a:schemeClr val="accent5"/>
          </a:lnRef>
          <a:fillRef idx="1">
            <a:schemeClr val="lt1"/>
          </a:fillRef>
          <a:effectRef idx="0">
            <a:schemeClr val="accent5"/>
          </a:effectRef>
          <a:fontRef idx="minor">
            <a:schemeClr val="dk1"/>
          </a:fontRef>
        </p:style>
        <p:txBody>
          <a:bodyPr rtlCol="0" anchor="ctr"/>
          <a:lstStyle/>
          <a:p>
            <a:r>
              <a:rPr lang="en-IN"/>
              <a:t>AI Models</a:t>
            </a:r>
          </a:p>
          <a:p>
            <a:r>
              <a:rPr lang="en-IN"/>
              <a:t>• Whisper AI</a:t>
            </a:r>
          </a:p>
          <a:p>
            <a:r>
              <a:rPr lang="en-IN"/>
              <a:t>• Ollama</a:t>
            </a:r>
          </a:p>
          <a:p>
            <a:r>
              <a:rPr lang="en-IN"/>
              <a:t>• Llama 3.2</a:t>
            </a:r>
            <a:endParaRPr lang="en-IN" dirty="0"/>
          </a:p>
        </p:txBody>
      </p:sp>
    </p:spTree>
    <p:extLst>
      <p:ext uri="{BB962C8B-B14F-4D97-AF65-F5344CB8AC3E}">
        <p14:creationId xmlns:p14="http://schemas.microsoft.com/office/powerpoint/2010/main" val="1578810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TotalTime>
  <Words>289</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CLIPMIND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Subathra Rathinavel</dc:creator>
  <cp:lastModifiedBy>Subathra Rathinavel</cp:lastModifiedBy>
  <cp:revision>1</cp:revision>
  <dcterms:created xsi:type="dcterms:W3CDTF">2026-07-09T15:25:13Z</dcterms:created>
  <dcterms:modified xsi:type="dcterms:W3CDTF">2026-07-10T14:11:16Z</dcterms:modified>
</cp:coreProperties>
</file>