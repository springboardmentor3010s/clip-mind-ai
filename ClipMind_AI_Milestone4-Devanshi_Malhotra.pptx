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641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5B21B6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D946EF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94960" y="105156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39496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0" y="269748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Release, Deployment &amp; Evaluation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3108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Devanshi Malhotra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98848" y="365760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34D399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98848" y="3657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 •  WEEK 7–8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Finalizing the platform for production readiness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18122B"/>
          </a:solidFill>
          <a:ln w="12700">
            <a:solidFill>
              <a:srgbClr val="2E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365760" cy="36576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099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3865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46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22585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Role-Based Access Control (RBAC) supporting Admin, Educator, Learner, and Content Creator roles.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3009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46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1560" y="31729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rigorous testing of the backend using Pytest and AI benchmarking using Jupyter Notebooks.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2153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46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560" y="40873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the full stack (Frontend &amp; Backend) utilizing Docker and push to the cloud.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1297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46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51560" y="50017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platform live on Render with fully connected MongoDB Atlas and PostgreSQL instances.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18122B"/>
          </a:solidFill>
          <a:ln w="12700">
            <a:solidFill>
              <a:srgbClr val="2E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365760" cy="365760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17099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46520" y="23865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75120" y="22585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deployed, production-ready live web application.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33009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675120" y="31729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architectural and API documentation completed.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42153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75120" y="40873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background processing pipelines.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46520" y="51297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75120" y="50017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separation of concerns across different user roles.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customized experiences based on user profiles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1F1836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analytics, user management, global content moderation, and system audit logs.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1F1836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09360" y="17830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creation, student enrollment, specialized educational AI quizzes, and class analytics.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1F1836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enrolled classrooms, watch videos, track individual watch history, and manage bookmarks.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0632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1F1836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09360" y="32004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5661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videos, import from YouTube, manage personal video library, and view individual engagement metrics.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AI Benchmarking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reliability and measuring AI quality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49961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Pytest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7739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 of core FastAPI endpoints, authentication, and video database routing.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68833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Benchmarks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96265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Groq Whisper and LLaMA performance, measuring latency and qualitative summary accuracy.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8770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 Optimization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AI processes securely offloaded to FastAPI BackgroundTasks to prevent API blocking.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&amp; Links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with Docker, deployed to Render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4389120"/>
          </a:xfrm>
          <a:prstGeom prst="roundRect">
            <a:avLst>
              <a:gd name="adj" fmla="val 2083"/>
            </a:avLst>
          </a:prstGeom>
          <a:solidFill>
            <a:srgbClr val="18122B"/>
          </a:solidFill>
          <a:ln w="12700">
            <a:solidFill>
              <a:srgbClr val="2E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Links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https://clipmind-ai-frontend.onrender.com/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https://clipmind-ai-8hkx.onrender.com/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Swagger Docs: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https://clipmind-ai-8hkx.onrender.com/docs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Note: Free-tier cloud instances spin down on inactivity. Backend cold starts may take up to 60 seconds.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Achievements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04088" y="164592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04088" y="1645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093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02996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frontend and backend containerized with robust Dockerfiles.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498848" y="164592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98848" y="1645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093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Deployment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8848" y="202996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 to cloud infrastructure with live URLs.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93608" y="164592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93608" y="1645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16093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93608" y="202996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PostgreSQL on Render and MongoDB Atlas.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04088" y="310896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4088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07238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Implementation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349300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user roles successfully managing their own data silos.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2926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498848" y="310896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498848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07238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98848" y="349300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validation ensuring core routes remain stable.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92440" y="2926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93608" y="310896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293608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32520" y="307238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93608" y="349300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API docs, and milestone tracking updated in repository.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5B21B6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D946EF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56032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PresentationFormat>Widescreen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Devanshi Malhotra</cp:lastModifiedBy>
  <cp:revision>2</cp:revision>
  <dcterms:created xsi:type="dcterms:W3CDTF">2026-08-20T13:54:02Z</dcterms:created>
  <dcterms:modified xsi:type="dcterms:W3CDTF">2026-08-20T13:55:08Z</dcterms:modified>
</cp:coreProperties>
</file>