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1f52f6a12391f6f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1f52f6a12391f6f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1f52f6a12391f6f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1f52f6a12391f6f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1f52f6a12391f6f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1f52f6a12391f6f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1f52f6a12391f6f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1f52f6a12391f6f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1f52f6a12391f6f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1f52f6a12391f6f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1f52f6a12391f6f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1f52f6a12391f6f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1f52f6a12391f6f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1f52f6a12391f6f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1f52f6a12391f6f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1f52f6a12391f6f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1f52f6a12391f6f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1f52f6a12391f6f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1f52f6a12391f6f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1f52f6a12391f6f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1f52f6a12391f6f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1f52f6a12391f6f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1f52f6a12391f6f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1f52f6a12391f6f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1f52f6a12391f6f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1f52f6a12391f6f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1f52f6a12391f6f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1f52f6a12391f6f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 spd="med">
    <p:push dir="r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9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Relationship Id="rId4" Type="http://schemas.openxmlformats.org/officeDocument/2006/relationships/image" Target="../media/image1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jpg"/><Relationship Id="rId4" Type="http://schemas.openxmlformats.org/officeDocument/2006/relationships/image" Target="../media/image2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jpg"/><Relationship Id="rId4" Type="http://schemas.openxmlformats.org/officeDocument/2006/relationships/image" Target="../media/image14.png"/><Relationship Id="rId5" Type="http://schemas.openxmlformats.org/officeDocument/2006/relationships/image" Target="../media/image20.png"/><Relationship Id="rId6" Type="http://schemas.openxmlformats.org/officeDocument/2006/relationships/image" Target="../media/image13.png"/><Relationship Id="rId7" Type="http://schemas.openxmlformats.org/officeDocument/2006/relationships/image" Target="../media/image1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7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 rotWithShape="1">
          <a:blip r:embed="rId3">
            <a:alphaModFix/>
          </a:blip>
          <a:srcRect b="-20" l="0" r="0" t="-10"/>
          <a:stretch/>
        </p:blipFill>
        <p:spPr>
          <a:xfrm>
            <a:off x="3" y="0"/>
            <a:ext cx="9144000" cy="51449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/>
          <p:cNvPicPr preferRelativeResize="0"/>
          <p:nvPr/>
        </p:nvPicPr>
        <p:blipFill rotWithShape="1">
          <a:blip r:embed="rId3">
            <a:alphaModFix/>
          </a:blip>
          <a:srcRect b="-1082" l="-553" r="0" t="0"/>
          <a:stretch/>
        </p:blipFill>
        <p:spPr>
          <a:xfrm>
            <a:off x="0" y="0"/>
            <a:ext cx="9144000" cy="5136446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4"/>
          <p:cNvSpPr/>
          <p:nvPr/>
        </p:nvSpPr>
        <p:spPr>
          <a:xfrm rot="-5400000">
            <a:off x="8214075" y="4226100"/>
            <a:ext cx="757500" cy="1077300"/>
          </a:xfrm>
          <a:prstGeom prst="rtTriangle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5"/>
          <p:cNvPicPr preferRelativeResize="0"/>
          <p:nvPr/>
        </p:nvPicPr>
        <p:blipFill rotWithShape="1">
          <a:blip r:embed="rId3">
            <a:alphaModFix/>
          </a:blip>
          <a:srcRect b="1701" l="1494" r="1475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5"/>
          <p:cNvSpPr/>
          <p:nvPr/>
        </p:nvSpPr>
        <p:spPr>
          <a:xfrm rot="-5400000">
            <a:off x="8075550" y="4087500"/>
            <a:ext cx="931800" cy="1180200"/>
          </a:xfrm>
          <a:prstGeom prst="rtTriangle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6"/>
          <p:cNvPicPr preferRelativeResize="0"/>
          <p:nvPr/>
        </p:nvPicPr>
        <p:blipFill rotWithShape="1">
          <a:blip r:embed="rId3">
            <a:alphaModFix/>
          </a:blip>
          <a:srcRect b="-80" l="1215" r="0" t="0"/>
          <a:stretch/>
        </p:blipFill>
        <p:spPr>
          <a:xfrm>
            <a:off x="1000" y="-2000"/>
            <a:ext cx="9144000" cy="51475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6"/>
          <p:cNvSpPr/>
          <p:nvPr/>
        </p:nvSpPr>
        <p:spPr>
          <a:xfrm rot="-5400000">
            <a:off x="8025850" y="4087500"/>
            <a:ext cx="931800" cy="1180200"/>
          </a:xfrm>
          <a:prstGeom prst="rtTriangle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17"/>
          <p:cNvPicPr preferRelativeResize="0"/>
          <p:nvPr/>
        </p:nvPicPr>
        <p:blipFill rotWithShape="1">
          <a:blip r:embed="rId3">
            <a:alphaModFix/>
          </a:blip>
          <a:srcRect b="11833" l="0" r="951" t="1226"/>
          <a:stretch/>
        </p:blipFill>
        <p:spPr>
          <a:xfrm>
            <a:off x="0" y="-100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18"/>
          <p:cNvPicPr preferRelativeResize="0"/>
          <p:nvPr/>
        </p:nvPicPr>
        <p:blipFill rotWithShape="1">
          <a:blip r:embed="rId3">
            <a:alphaModFix/>
          </a:blip>
          <a:srcRect b="1692" l="953" r="1770" t="2173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9"/>
          <p:cNvPicPr preferRelativeResize="0"/>
          <p:nvPr/>
        </p:nvPicPr>
        <p:blipFill rotWithShape="1">
          <a:blip r:embed="rId3">
            <a:alphaModFix/>
          </a:blip>
          <a:srcRect b="0" l="0" r="0" t="1575"/>
          <a:stretch/>
        </p:blipFill>
        <p:spPr>
          <a:xfrm>
            <a:off x="0" y="-125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94575" y="1180275"/>
            <a:ext cx="6062451" cy="3702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20"/>
          <p:cNvPicPr preferRelativeResize="0"/>
          <p:nvPr/>
        </p:nvPicPr>
        <p:blipFill rotWithShape="1">
          <a:blip r:embed="rId3">
            <a:alphaModFix/>
          </a:blip>
          <a:srcRect b="1798" l="1937" r="2195" t="3082"/>
          <a:stretch/>
        </p:blipFill>
        <p:spPr>
          <a:xfrm>
            <a:off x="0" y="-111825"/>
            <a:ext cx="9206100" cy="5255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move the number 1. in title" id="98" name="Google Shape;9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60425" y="1093300"/>
            <a:ext cx="6022674" cy="3801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22"/>
          <p:cNvPicPr preferRelativeResize="0"/>
          <p:nvPr/>
        </p:nvPicPr>
        <p:blipFill rotWithShape="1">
          <a:blip r:embed="rId3">
            <a:alphaModFix/>
          </a:blip>
          <a:srcRect b="0" l="1164" r="1017" t="0"/>
          <a:stretch/>
        </p:blipFill>
        <p:spPr>
          <a:xfrm>
            <a:off x="0" y="0"/>
            <a:ext cx="9144000" cy="514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375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57500" y="1107300"/>
            <a:ext cx="3118400" cy="1986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75900" y="1107300"/>
            <a:ext cx="2956426" cy="198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857500" y="3093550"/>
            <a:ext cx="3118399" cy="1863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2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975900" y="3093550"/>
            <a:ext cx="2956425" cy="186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24"/>
          <p:cNvPicPr preferRelativeResize="0"/>
          <p:nvPr/>
        </p:nvPicPr>
        <p:blipFill rotWithShape="1">
          <a:blip r:embed="rId3">
            <a:alphaModFix/>
          </a:blip>
          <a:srcRect b="-120" l="0" r="0" t="0"/>
          <a:stretch/>
        </p:blipFill>
        <p:spPr>
          <a:xfrm>
            <a:off x="0" y="0"/>
            <a:ext cx="9144000" cy="51494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25"/>
          <p:cNvPicPr preferRelativeResize="0"/>
          <p:nvPr/>
        </p:nvPicPr>
        <p:blipFill rotWithShape="1">
          <a:blip r:embed="rId3">
            <a:alphaModFix/>
          </a:blip>
          <a:srcRect b="2584" l="1311" r="1592" t="2069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100"/>
            <a:ext cx="9144001" cy="5139312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6"/>
          <p:cNvSpPr/>
          <p:nvPr/>
        </p:nvSpPr>
        <p:spPr>
          <a:xfrm rot="-5400000">
            <a:off x="8075550" y="4087500"/>
            <a:ext cx="931800" cy="1180200"/>
          </a:xfrm>
          <a:prstGeom prst="rtTriangle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1" cy="51393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